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15fbdd336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15fbdd336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15d3e0d7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115d3e0d7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126d92a67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126d92a67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15fbdd336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15fbdd336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nlohmann/json" TargetMode="External"/><Relationship Id="rId4" Type="http://schemas.openxmlformats.org/officeDocument/2006/relationships/hyperlink" Target="https://json.nlohmann.me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zeux/pugixml" TargetMode="External"/><Relationship Id="rId4" Type="http://schemas.openxmlformats.org/officeDocument/2006/relationships/hyperlink" Target="https://pugixml.org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ugixml.org/docs/manual.html#dom.tree" TargetMode="External"/><Relationship Id="rId4" Type="http://schemas.openxmlformats.org/officeDocument/2006/relationships/hyperlink" Target="https://codebeautify.org/xmlviewer/cb19a159" TargetMode="External"/><Relationship Id="rId5" Type="http://schemas.openxmlformats.org/officeDocument/2006/relationships/hyperlink" Target="https://countwordsfree.com/xmlviewer" TargetMode="External"/><Relationship Id="rId6" Type="http://schemas.openxmlformats.org/officeDocument/2006/relationships/hyperlink" Target="https://jsonformatter.org/xml-pars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 и XML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Парсинг</a:t>
            </a:r>
            <a:r>
              <a:rPr lang="ru" sz="2250">
                <a:highlight>
                  <a:srgbClr val="FFFFFF"/>
                </a:highlight>
              </a:rPr>
              <a:t>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50">
                <a:solidFill>
                  <a:schemeClr val="dk1"/>
                </a:solidFill>
                <a:highlight>
                  <a:srgbClr val="FFFFFF"/>
                </a:highlight>
              </a:rPr>
              <a:t>Процесс сбора данных с последующей их обработкой и анализом. </a:t>
            </a:r>
            <a:endParaRPr sz="2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250">
                <a:solidFill>
                  <a:schemeClr val="dk1"/>
                </a:solidFill>
                <a:highlight>
                  <a:srgbClr val="FFFFFF"/>
                </a:highlight>
              </a:rPr>
              <a:t>Парсинг обычно применяют, когда нужно быстро собрать большой объем данных. 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Библиотека nlohmann/json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 u="sng">
                <a:solidFill>
                  <a:schemeClr val="hlink"/>
                </a:solidFill>
                <a:hlinkClick r:id="rId3"/>
              </a:rPr>
              <a:t>https://github.com/nlohmann/json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 u="sng">
                <a:solidFill>
                  <a:schemeClr val="hlink"/>
                </a:solidFill>
                <a:hlinkClick r:id="rId4"/>
              </a:rPr>
              <a:t>https://json.nlohmann.me/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XML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Библиотека </a:t>
            </a:r>
            <a:r>
              <a:rPr lang="ru" sz="2000">
                <a:solidFill>
                  <a:schemeClr val="dk1"/>
                </a:solidFill>
              </a:rPr>
              <a:t>pugixml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 u="sng">
                <a:solidFill>
                  <a:schemeClr val="hlink"/>
                </a:solidFill>
                <a:hlinkClick r:id="rId3"/>
              </a:rPr>
              <a:t>https://github.com/zeux/pugixml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 u="sng">
                <a:solidFill>
                  <a:schemeClr val="hlink"/>
                </a:solidFill>
                <a:hlinkClick r:id="rId4"/>
              </a:rPr>
              <a:t>https://pugixml.org/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XML DOM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https://pugixml.org/docs/manual.html#dom.tree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https://codebeautify.org/xmlviewer/cb19a159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5"/>
              </a:rPr>
              <a:t>https://countwordsfree.com/xmlviewer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6"/>
              </a:rPr>
              <a:t>https://jsonformatter.org/xml-parser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