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82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ECD50-FF66-49C4-2EA1-7C4F577E9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A6DCC7-F5F3-CCD3-62FA-8F538AA47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73D5F2-0296-C5B5-EA14-E0CF0B8C0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14D763-07A8-32C4-6463-DBB9C20B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F8E086-B10D-DA09-6C91-4E478907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63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A5602-3AE2-937E-C685-10C49A3D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0D42F9-E5C3-27AB-E46D-9D081F6C2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FC451F-8FCE-DE1B-06BE-F74F6C63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627984-D9C9-E359-4F72-31129751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ECEC7E-DB29-10FC-4682-6ADB8014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26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1869F-DBE4-724B-8236-9A5F03445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BC3B43-0769-775B-2BDB-C03E4BE53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45B940-E512-A2E1-60FA-D7CDE223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993A3A-58AB-178E-C5D4-14D7F08AD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4661D9-8CB3-8C5C-4EF9-DEAB6F4A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F0C4C-2AE6-FE5A-4F87-53BF9DC7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F6F846-CB61-0992-73B2-93A8768AB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FAA6BA-714F-415A-72E4-F123D107F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5868F4-5D62-11CF-F685-741BDCD1B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1AC223-46E6-C926-1BF8-540C76C1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9A4AAC-ABCA-9C36-E5FA-CB268B64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25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FB9AD-66B0-F480-97E5-726EF537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F3C466-1C52-D427-07A7-4CCBBDB10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796117-41C5-5C6C-F7E0-4B13CD918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CC15D0F-FD8A-FA28-44AC-52AC4B23A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E7E188-AD5F-1BF1-3001-E4C02C08E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746CB5-9C96-AF38-F991-EB3057A6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6E4D92A-8017-9E48-1429-796B9B38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EDC01F-FD46-A59C-22FF-78E63E9C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95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9600F-47F7-BDDA-38F0-13467185E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3AA670-6F06-8B39-1F86-934E48B12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0CCFC6-4A96-9DA7-1AA9-21808BA8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3BBF7A-D8C7-F705-6668-A787E724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33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50E395-60D3-C945-67E0-278D4567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3A0FA40-0718-9BC0-7B66-58DF58F5A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F6DD5C-F03B-3EFD-FFFB-C1AB8E0E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20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4FA32-7911-244C-F271-4313138A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8FC6B9-8E21-AE88-E4DD-250510E93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FF6AB1-D124-958D-FADB-23EC9C6E0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623C06-2E28-AA31-1DD2-039CA386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3104E4-95E2-4D17-45EE-68456A92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9281D4-F6EE-B619-F38E-C4C3E079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78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ECB9D-6663-F284-4341-B62165EB3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F70D54-0B0B-886D-D50E-057DC58F9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612099-5BF7-38C4-C01A-F1D56BD1C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7459B1-6DB1-3854-DB08-592F9ACF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D699A5-59E7-F8E7-2266-433F8EBB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7E895F-07E2-2A1E-E096-AADF77BC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13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FB7E7-4F3E-0969-BA0F-6F33FDC1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9F8377-DB36-6980-82DC-3B2438F3A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260DC8-192A-C869-AFA9-8FCDE2CD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F15FAD-AFD8-3112-4871-AB7B4839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92887F-A43A-B208-04E1-7D549099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6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09DFB94-4AB4-9B85-550D-15B00538D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E8F3D1-A317-DA75-7FD5-443472830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4A36AA-60EC-23F5-FBD1-340B76DF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CC2E25-2690-330E-F64C-DFF153FC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1CB8CF-6CAA-602D-9FCC-A2D0B74BF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27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777BD-5CDF-6282-4425-84A691336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5F0007-B98D-4C2B-3910-51450909B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13A04D-413A-937A-DC8E-74D2B1376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BE7F2-0AC7-4D13-BFC1-75D068B660AD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CA7C62-F904-BEB3-6647-2ABD01541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7E3593-8A6F-3362-A7D8-BBB15D571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00A0B-E140-4477-B892-28FF93D7BD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883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DF703-ABF6-859A-28EF-810749A5A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8CA4AA4-EC92-FD00-112B-32D9FBB39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24060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441D8-C765-5035-2477-6C0FFE3EA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97DFF57-7FBF-6448-CDB0-95711DA14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2595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CD35B-5A17-22AA-8D71-E5B37A55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679802C-645C-1B9B-26B2-6C401F0EC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11055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D0300-F54C-F6BA-ED31-E0AE922D2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70935D9-6A0A-A492-35DD-822E7D298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7544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3CE35-7CB9-AA9A-FD55-DC0AF74B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5795A63-0110-3E79-4A7F-311E48E35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21300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7FA46-08D5-65C0-613B-E9D64A43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E21010E-2363-E45F-7CF0-5C9CE1426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15726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675D8-12E7-7356-6861-515AB51B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FAEA5E7-A4E0-93F0-9CE4-8E49E87FE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03298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83217-0735-6DC7-E743-2495CA57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C3BBA50-A3EC-D824-0F68-86DD29A21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08163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DB4C5-3217-A879-C6D4-354E5E04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0C73866-0B39-F506-C455-536121AEC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57406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71131-47DA-7947-BAC8-14D910B594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B54657-B0D0-B2E6-A6CF-5C121FD5F7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D39525-1B76-52A4-3AD6-0A486A399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3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D2DB7-71A7-7E44-8A96-353A06716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9EB1775-6CDD-28FD-2C95-57560E078A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63199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64FEF-1A2F-B749-D9D3-6371F3FA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1A7E15-D916-D0EB-3366-F29A0AAA8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109FED-D15C-D4C4-B79F-838BF1914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8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BBEB2-274A-FF85-77C2-650588D1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EEE97F-0B64-936A-1E1C-826DA98C2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11487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FD247-FE9A-EE6D-A317-B18BA1AD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36045A4-FD54-FC28-4795-AC31FCA80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68390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3736D-8D78-7774-4630-DA1BCF5A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0D0CEF6-6CD4-2FB2-57A3-3175531DF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96778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897CF-52B6-534D-31F1-CE6457330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930C1A6-0D74-F4DF-8D11-318374F77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79997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C0F90-CEFF-4C3A-8038-87A239D006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63D88C-3B00-5FC0-6951-07984D8995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31D43B-024E-297F-9C75-7BC5F98A2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12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73742-1004-741B-01D9-310F7D37C4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34A2CF-1B32-3C74-A761-8FE2CFDE44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AE53FF-6436-D3D7-EC6C-84E7A868D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20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55529-CB86-3944-14CC-2147C52B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0C78A8E-CFFE-F29A-A1FB-902E56610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18891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0E64B-DF19-72B8-65FF-2F4732CE81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919327-7B14-7A46-EC75-0843382AD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F6A859-FEFE-EDB2-F0A9-941FCB0EA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92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0B08C-0F03-330F-A9CC-82B9CB6F4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A5FF13-148E-ABD2-2DF5-509E15F763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47865C-71B1-F5B6-2B65-FFA7ABC6F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28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62313-3D91-041B-13D5-1FDCFA41D9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DDD589-D7F2-920A-9CB1-C6ED455F5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18F700-5D9C-B189-CF3A-1BE07D327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37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1EDD6-4705-DE81-7DC3-8B2D5EE7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1378B76-A219-3B4F-BCFA-C2BA61F2F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680689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2F0F9-4028-E624-1237-9B15C289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DC57A36-1482-0B43-78FB-78F2FCC8B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49644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1F93F1-04AC-E5CE-8D01-581AA57CD9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60BA80-6ECD-C047-2492-D658E94E1B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AFAE25-DACC-7941-9B27-F85652D7B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717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PresentationFormat>Широкоэкранный</PresentationFormat>
  <Paragraphs>0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2023-05-08T21:56:14Z</dcterms:created>
  <dcterms:modified xsi:type="dcterms:W3CDTF">2023-05-15T04:05:15Z</dcterms:modified>
</cp:coreProperties>
</file>