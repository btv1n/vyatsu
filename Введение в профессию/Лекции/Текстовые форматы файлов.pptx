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7e3b8a2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7e3b8a2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07e3b8a27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07e3b8a27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07e3b8a27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07e3b8a27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07e3b8a27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07e3b8a27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07e3b8a27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07e3b8a27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7e3b8a27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07e3b8a27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b62db35bb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b62db35bb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b62db35bb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b62db35bb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b62db35bb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b62db35bb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b62db35bb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b62db35bb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b62db35bb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b62db35bb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b62db35b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b62db35b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b62db35bb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b62db35bb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b62db35bb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b62db35bb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b62db35bb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b62db35bb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b62db35bb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b62db35bb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b62db35bb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b62db35bb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b62db35bb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b62db35bb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b62db35bb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b62db35bb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b62db35bb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b62db35bb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b62db35bb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b62db35bb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b62db35bb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b62db35bb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7e3b8a27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7e3b8a27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ru.wikipedia.org/wiki/%D0%9F%D0%B5%D1%87%D0%B0%D1%82%D0%BD%D1%8B%D0%B5_%D1%81%D0%B8%D0%BC%D0%B2%D0%BE%D0%BB%D1%8B" TargetMode="External"/><Relationship Id="rId4" Type="http://schemas.openxmlformats.org/officeDocument/2006/relationships/hyperlink" Target="https://ru.wikipedia.org/wiki/EO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tools.io/ru/validate-json-online" TargetMode="External"/><Relationship Id="rId4" Type="http://schemas.openxmlformats.org/officeDocument/2006/relationships/hyperlink" Target="https://jsonlint.com/" TargetMode="External"/><Relationship Id="rId5" Type="http://schemas.openxmlformats.org/officeDocument/2006/relationships/hyperlink" Target="https://jsonformatter.curiousconcept.com/#" TargetMode="External"/><Relationship Id="rId6" Type="http://schemas.openxmlformats.org/officeDocument/2006/relationships/hyperlink" Target="https://jsonformatter.org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tools.io/ru/convert-xml-to-json" TargetMode="External"/><Relationship Id="rId4" Type="http://schemas.openxmlformats.org/officeDocument/2006/relationships/hyperlink" Target="https://anytexteditor.com/ru/xml-to-json" TargetMode="External"/><Relationship Id="rId5" Type="http://schemas.openxmlformats.org/officeDocument/2006/relationships/hyperlink" Target="https://www.aconvert.com/ru/document/xml-to-json/" TargetMode="External"/><Relationship Id="rId6" Type="http://schemas.openxmlformats.org/officeDocument/2006/relationships/hyperlink" Target="https://www.xmlvalidation.com/" TargetMode="External"/><Relationship Id="rId7" Type="http://schemas.openxmlformats.org/officeDocument/2006/relationships/hyperlink" Target="https://codebeautify.org/xmlvalidator" TargetMode="External"/><Relationship Id="rId8" Type="http://schemas.openxmlformats.org/officeDocument/2006/relationships/hyperlink" Target="https://www.online-toolz.com/langs/ru/tool-ru-xml-validato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Текстовые форматы файлов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txt, csv, json, xml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Текстовые файлы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</a:rPr>
              <a:t>Термин «текстовый файл» относится к файлу и характеризует его как контейнер, хранящий данные.</a:t>
            </a:r>
            <a:endParaRPr sz="16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</a:rPr>
              <a:t>Текстовый файл можно </a:t>
            </a:r>
            <a:r>
              <a:rPr b="1" lang="ru" sz="1600">
                <a:solidFill>
                  <a:srgbClr val="3A3A3A"/>
                </a:solidFill>
                <a:highlight>
                  <a:srgbClr val="FFFFFF"/>
                </a:highlight>
              </a:rPr>
              <a:t>открыть</a:t>
            </a: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</a:rPr>
              <a:t> текстовым редактором. </a:t>
            </a:r>
            <a:endParaRPr sz="16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</a:rPr>
              <a:t>Текстовый файл </a:t>
            </a:r>
            <a:r>
              <a:rPr b="1" lang="ru" sz="1600">
                <a:solidFill>
                  <a:srgbClr val="3A3A3A"/>
                </a:solidFill>
                <a:highlight>
                  <a:srgbClr val="FFFFFF"/>
                </a:highlight>
              </a:rPr>
              <a:t>содержит текстовые данные</a:t>
            </a: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</a:rPr>
              <a:t>. </a:t>
            </a:r>
            <a:endParaRPr sz="1600">
              <a:solidFill>
                <a:srgbClr val="3A3A3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600">
                <a:solidFill>
                  <a:srgbClr val="3A3A3A"/>
                </a:solidFill>
                <a:highlight>
                  <a:srgbClr val="FFFFFF"/>
                </a:highlight>
              </a:rPr>
              <a:t>Текстовые данные</a:t>
            </a: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</a:rPr>
              <a:t> – последовательность символов (в основном </a:t>
            </a: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печатных знаков</a:t>
            </a: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</a:rPr>
              <a:t>, принадлежащих какому-то набору символов), которую можно прочитать. Эти символы обычно сгруппированы в строки (lines, rows). В современных системах строки разделяются разделителями строк. Иногда конец текстового файла также отмечается одним или более специальными знаками, известными как маркеры </a:t>
            </a: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конца файла</a:t>
            </a:r>
            <a:r>
              <a:rPr lang="ru" sz="1600">
                <a:solidFill>
                  <a:srgbClr val="3A3A3A"/>
                </a:solidFill>
                <a:highlight>
                  <a:srgbClr val="FFFFFF"/>
                </a:highlight>
              </a:rPr>
              <a:t>.</a:t>
            </a:r>
            <a:endParaRPr sz="1600">
              <a:solidFill>
                <a:srgbClr val="3A3A3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202122"/>
                </a:solidFill>
                <a:highlight>
                  <a:srgbClr val="FFFFFF"/>
                </a:highlight>
              </a:rPr>
              <a:t>CSV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 (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значения, разделённые запятыми) – текстовый формат, предназначенный для представления табличных данных. Строка таблицы соответствует строке текста, которая содержит одно или несколько полей, разделенных запятыми.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" sz="1600" u="sng">
                <a:solidFill>
                  <a:srgbClr val="202122"/>
                </a:solidFill>
                <a:highlight>
                  <a:srgbClr val="FFFFFF"/>
                </a:highlight>
              </a:rPr>
              <a:t>Проблем</a:t>
            </a:r>
            <a:r>
              <a:rPr lang="ru" sz="1600" u="sng">
                <a:solidFill>
                  <a:srgbClr val="202122"/>
                </a:solidFill>
                <a:highlight>
                  <a:srgbClr val="FFFFFF"/>
                </a:highlight>
              </a:rPr>
              <a:t>а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: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исходные табличные данные могут содержать запятые или переводы строк. 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" sz="1600" u="sng">
                <a:solidFill>
                  <a:srgbClr val="202122"/>
                </a:solidFill>
                <a:highlight>
                  <a:srgbClr val="FFFFFF"/>
                </a:highlight>
              </a:rPr>
              <a:t>Решение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: заключение данных в кавычки. 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" sz="1600" u="sng">
                <a:solidFill>
                  <a:srgbClr val="202122"/>
                </a:solidFill>
                <a:highlight>
                  <a:srgbClr val="FFFFFF"/>
                </a:highlight>
              </a:rPr>
              <a:t>Проблема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исходные данные могут содержать кавычки. </a:t>
            </a: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ru" sz="1600" u="sng">
                <a:solidFill>
                  <a:srgbClr val="202122"/>
                </a:solidFill>
                <a:highlight>
                  <a:srgbClr val="FFFFFF"/>
                </a:highlight>
              </a:rPr>
              <a:t>Решение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ru" sz="1600">
                <a:solidFill>
                  <a:srgbClr val="202122"/>
                </a:solidFill>
                <a:highlight>
                  <a:srgbClr val="FFFFFF"/>
                </a:highlight>
              </a:rPr>
              <a:t>использование апострофов.</a:t>
            </a:r>
            <a:endParaRPr sz="1600"/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CSV – Comma-Separated Values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CSV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975" y="1752825"/>
            <a:ext cx="8655524" cy="207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CSV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202122"/>
                </a:solidFill>
                <a:highlight>
                  <a:srgbClr val="FFFFFF"/>
                </a:highlight>
              </a:rPr>
              <a:t>Термином «CSV» могут обозначаться похожие форматы, в которых разделителем является символ табуляции (TSV) или точка с запятой. </a:t>
            </a:r>
            <a:endParaRPr sz="1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202122"/>
                </a:solidFill>
                <a:highlight>
                  <a:srgbClr val="FFFFFF"/>
                </a:highlight>
              </a:rPr>
              <a:t>Многие приложения, которые работают с форматом CSV, позволяют выбирать символ разделителя и символ кавычек.</a:t>
            </a:r>
            <a:endParaRPr sz="1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202122"/>
                </a:solidFill>
                <a:highlight>
                  <a:srgbClr val="FFFFFF"/>
                </a:highlight>
              </a:rPr>
              <a:t>Например, pgAdmin экспорт данных в в таблицу БД осуществляется через csv-формат.</a:t>
            </a:r>
            <a:endParaRPr sz="1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10150" l="0" r="0" t="49950"/>
          <a:stretch/>
        </p:blipFill>
        <p:spPr>
          <a:xfrm>
            <a:off x="855925" y="2766150"/>
            <a:ext cx="7381673" cy="20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CSV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425" y="1000075"/>
            <a:ext cx="5505450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ЖдЕйсон или ЖдесОн?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Текстовый формат обмена данными JSON основан на существующих конструкциях языка JavaScript.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Несмотря на свое происхождение, формат считается независимым от JavaScript и используется во многих других языках программирования.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 - JavaScript Object Notation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554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Автор формата JSON Дуглас Крокфорд – американский программист.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 2002 году зарегистрировал доменное имя json.org и опубликовал там описание данного формата.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</a:t>
            </a:r>
            <a:endParaRPr/>
          </a:p>
        </p:txBody>
      </p:sp>
      <p:pic>
        <p:nvPicPr>
          <p:cNvPr descr="Изображение выглядит как человек, стена, внутренний, мужчина&#10;&#10;Автоматически созданное описание"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775" y="1152476"/>
            <a:ext cx="2584150" cy="344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484400"/>
            <a:ext cx="8520600" cy="40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 качестве </a:t>
            </a:r>
            <a:r>
              <a:rPr b="1" lang="ru" sz="2400">
                <a:solidFill>
                  <a:schemeClr val="dk1"/>
                </a:solidFill>
              </a:rPr>
              <a:t>значений</a:t>
            </a:r>
            <a:r>
              <a:rPr lang="ru" sz="2400">
                <a:solidFill>
                  <a:schemeClr val="dk1"/>
                </a:solidFill>
              </a:rPr>
              <a:t> в JSON-формате используются: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запись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массив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число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литералы</a:t>
            </a:r>
            <a:r>
              <a:rPr lang="ru">
                <a:solidFill>
                  <a:schemeClr val="dk1"/>
                </a:solidFill>
              </a:rPr>
              <a:t> </a:t>
            </a:r>
            <a:r>
              <a:rPr b="1" lang="ru">
                <a:solidFill>
                  <a:schemeClr val="dk1"/>
                </a:solidFill>
              </a:rPr>
              <a:t>true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b="1" lang="ru">
                <a:solidFill>
                  <a:schemeClr val="dk1"/>
                </a:solidFill>
              </a:rPr>
              <a:t>false</a:t>
            </a:r>
            <a:r>
              <a:rPr lang="ru">
                <a:solidFill>
                  <a:schemeClr val="dk1"/>
                </a:solidFill>
              </a:rPr>
              <a:t> (логические значения) и </a:t>
            </a:r>
            <a:r>
              <a:rPr b="1" lang="ru">
                <a:solidFill>
                  <a:schemeClr val="dk1"/>
                </a:solidFill>
              </a:rPr>
              <a:t>null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строка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397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Н</a:t>
            </a:r>
            <a:r>
              <a:rPr lang="ru">
                <a:solidFill>
                  <a:schemeClr val="dk1"/>
                </a:solidFill>
              </a:rPr>
              <a:t>еупорядоченное множество пар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{ключ </a:t>
            </a:r>
            <a:r>
              <a:rPr b="1" lang="ru">
                <a:solidFill>
                  <a:schemeClr val="dk1"/>
                </a:solidFill>
              </a:rPr>
              <a:t>:</a:t>
            </a:r>
            <a:r>
              <a:rPr lang="ru">
                <a:solidFill>
                  <a:schemeClr val="dk1"/>
                </a:solidFill>
              </a:rPr>
              <a:t> значение}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Ключ – </a:t>
            </a:r>
            <a:r>
              <a:rPr lang="ru">
                <a:solidFill>
                  <a:schemeClr val="dk1"/>
                </a:solidFill>
              </a:rPr>
              <a:t>"</a:t>
            </a:r>
            <a:r>
              <a:rPr lang="ru">
                <a:solidFill>
                  <a:schemeClr val="dk1"/>
                </a:solidFill>
              </a:rPr>
              <a:t>строка</a:t>
            </a:r>
            <a:r>
              <a:rPr lang="ru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Пары ключ:значение отделяются запятыми.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</a:t>
            </a:r>
            <a:r>
              <a:rPr lang="ru"/>
              <a:t>апись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500" y="1170125"/>
            <a:ext cx="346710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414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</a:t>
            </a:r>
            <a:r>
              <a:rPr lang="ru">
                <a:solidFill>
                  <a:schemeClr val="dk1"/>
                </a:solidFill>
              </a:rPr>
              <a:t>порядоченное множество значений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Заключается в квадратные скобки [ ]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Значения разделяются запятыми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Массив может быть пустым, то есть не содержать ни одного значения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Значения внутри одного массива могут иметь разный тип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</a:t>
            </a:r>
            <a:r>
              <a:rPr lang="ru"/>
              <a:t>ассив</a:t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700" y="1170125"/>
            <a:ext cx="346710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490775"/>
            <a:ext cx="4143600" cy="40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Число: целое или вещественное)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Л</a:t>
            </a:r>
            <a:r>
              <a:rPr lang="ru">
                <a:solidFill>
                  <a:schemeClr val="dk1"/>
                </a:solidFill>
              </a:rPr>
              <a:t>итералы true, false (логические значения) и null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строка – упорядоченное множество из нуля или более символов юникода, заключённое в двойные кавычки.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700" y="152400"/>
            <a:ext cx="346710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Значения </a:t>
            </a:r>
            <a:r>
              <a:rPr lang="ru">
                <a:solidFill>
                  <a:schemeClr val="dk1"/>
                </a:solidFill>
              </a:rPr>
              <a:t>JSON-формата </a:t>
            </a:r>
            <a:r>
              <a:rPr lang="ru">
                <a:solidFill>
                  <a:schemeClr val="dk1"/>
                </a:solidFill>
              </a:rPr>
              <a:t>соответствуют значениям языков программирования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JSON-записи соответствует </a:t>
            </a:r>
            <a:r>
              <a:rPr lang="ru">
                <a:solidFill>
                  <a:srgbClr val="FF0000"/>
                </a:solidFill>
              </a:rPr>
              <a:t>… </a:t>
            </a:r>
            <a:r>
              <a:rPr lang="ru">
                <a:solidFill>
                  <a:schemeClr val="dk1"/>
                </a:solidFill>
              </a:rPr>
              <a:t>в C++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JSON-массиву соответствует </a:t>
            </a:r>
            <a:r>
              <a:rPr lang="ru">
                <a:solidFill>
                  <a:srgbClr val="FF0000"/>
                </a:solidFill>
              </a:rPr>
              <a:t>… </a:t>
            </a:r>
            <a:r>
              <a:rPr lang="ru">
                <a:solidFill>
                  <a:schemeClr val="dk1"/>
                </a:solidFill>
              </a:rPr>
              <a:t>в C++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строке соответствует строка </a:t>
            </a:r>
            <a:r>
              <a:rPr lang="ru">
                <a:solidFill>
                  <a:srgbClr val="FF0000"/>
                </a:solidFill>
              </a:rPr>
              <a:t>… </a:t>
            </a:r>
            <a:r>
              <a:rPr lang="ru">
                <a:solidFill>
                  <a:schemeClr val="dk1"/>
                </a:solidFill>
              </a:rPr>
              <a:t>в C++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числу – </a:t>
            </a:r>
            <a:r>
              <a:rPr lang="ru">
                <a:solidFill>
                  <a:srgbClr val="FF0000"/>
                </a:solidFill>
              </a:rPr>
              <a:t>… </a:t>
            </a:r>
            <a:r>
              <a:rPr lang="ru">
                <a:solidFill>
                  <a:schemeClr val="dk1"/>
                </a:solidFill>
              </a:rPr>
              <a:t>в C++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логическому значению – </a:t>
            </a:r>
            <a:r>
              <a:rPr lang="ru">
                <a:solidFill>
                  <a:srgbClr val="FF0000"/>
                </a:solidFill>
              </a:rPr>
              <a:t>… </a:t>
            </a:r>
            <a:r>
              <a:rPr lang="ru">
                <a:solidFill>
                  <a:schemeClr val="dk1"/>
                </a:solidFill>
              </a:rPr>
              <a:t>в C++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Валидатор json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https://wtools.io/ru/validate-json-online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https://jsonlint.com/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5"/>
              </a:rPr>
              <a:t>https://jsonformatter.curiousconcept.com/#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6"/>
              </a:rPr>
              <a:t>https://jsonformatter.org/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150875" y="75450"/>
            <a:ext cx="3360300" cy="49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"coord":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"lon": 49.6601,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"lat": 58.5966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"weather": [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"id": 803,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"main": "Clouds",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"description": "облачно с прояснениями",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"icon": "04d"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"base": "stations",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"main":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"temp": -7.96,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"feels_like": -12.77,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"temp_min": -7.96,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"temp_max": -7.96,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"pressure": 1030,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"humidity": 89,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"sea_level": 1030,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"grnd_level": 1007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"visibility": 10000,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"wind":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"speed": 2.75,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"deg": 85,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"gust": 4.33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"clouds":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"all": 83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"dt": 1676541364,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"sys":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"country": "RU",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"sunrise": 1676520822,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"sunset": 1676554650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"timezone": 10800,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"id": 548408,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"name": "Киров",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"cod": 200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" name="Google Shape;143;p27"/>
          <p:cNvSpPr txBox="1"/>
          <p:nvPr>
            <p:ph idx="2" type="body"/>
          </p:nvPr>
        </p:nvSpPr>
        <p:spPr>
          <a:xfrm>
            <a:off x="3662175" y="109725"/>
            <a:ext cx="5169900" cy="47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OpenWeather </a:t>
            </a:r>
            <a:endParaRPr b="1" sz="260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&lt;current&gt;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&lt;city id="548408" name="Киров"&gt;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&lt;coord lon="49.6601" lat="58.5966"/&gt;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&lt;country&gt;RU&lt;/country&gt;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&lt;timezone&gt;10800&lt;/timezone&gt;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&lt;sun rise="2023-02-16T04:13:42" set="2023-02-16T13:37:30"/&gt;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&lt;/city&gt;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&lt;temperature value="-7.96" min="-7.96" max="-7.96" unit="celsius"/&gt;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&lt;feels_like value="-12.77" unit="celsius"/&gt;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&lt;humidity value="89" unit="%"/&gt;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&lt;pressure value="1030" unit="hPa"/&gt;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&lt;wind&gt;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&lt;speed value="2.75" unit="m/s" name="Light breeze"/&gt;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&lt;gusts value="4.33"/&gt;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6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&lt;direction value="85" code="E" name="East"/&gt;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&lt;/wind&gt;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&lt;clouds value="83" name="облачно с прояснениями"/&gt;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&lt;visibility value="10000"/&gt;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&lt;precipitation mode="no"/&gt;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&lt;weather number="803" value="облачно с прояснениями" icon="04d"/&gt;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&lt;lastupdate value="2023-02-16T09:58:09"/&gt;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&lt;/current&gt;</a:t>
            </a:r>
            <a:endParaRPr b="1"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XML</a:t>
            </a:r>
            <a:r>
              <a:rPr lang="ru"/>
              <a:t> – eXtensible Markup Language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XML (расширяемый язык разметки)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X</a:t>
            </a:r>
            <a:r>
              <a:rPr lang="ru">
                <a:solidFill>
                  <a:schemeClr val="dk1"/>
                </a:solidFill>
              </a:rPr>
              <a:t>ML разрабатывался как язык с простым формальным синтаксисом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XML удобен для создания и обработки документов как программами, так и человеком, с акцентом на использование в Интернете.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Язык называется расширяемым, т.к. он не фиксирует разметку в документах: разработчик волен создать разметку в соответствии с потребностями к конкретной области, разработчик ограниченным </a:t>
            </a:r>
            <a:r>
              <a:rPr lang="ru">
                <a:solidFill>
                  <a:schemeClr val="dk1"/>
                </a:solidFill>
              </a:rPr>
              <a:t>лишь </a:t>
            </a:r>
            <a:r>
              <a:rPr lang="ru">
                <a:solidFill>
                  <a:schemeClr val="dk1"/>
                </a:solidFill>
              </a:rPr>
              <a:t>синтаксическими правилами языка.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311700" y="4354825"/>
            <a:ext cx="458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Что такое XML https://habr.com/ru/post/524288/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XML vs HTML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XML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решает задачу хранения и транспортировки данных, фокусируясь на самих данных.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Теги XML не предопределены. Программист </a:t>
            </a:r>
            <a:r>
              <a:rPr lang="ru" sz="1800">
                <a:solidFill>
                  <a:schemeClr val="dk1"/>
                </a:solidFill>
              </a:rPr>
              <a:t>сам </a:t>
            </a:r>
            <a:r>
              <a:rPr lang="ru" sz="1800">
                <a:solidFill>
                  <a:schemeClr val="dk1"/>
                </a:solidFill>
              </a:rPr>
              <a:t>определяет нужные теги.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7" name="Google Shape;157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HTML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решает задачу отображения данных, фокусируясь на том, как эти данные выглядят.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В HTML теги имеют определенное значения.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XML</a:t>
            </a:r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700" y="1142500"/>
            <a:ext cx="4333450" cy="29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275" y="1615800"/>
            <a:ext cx="3585375" cy="241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0"/>
          <p:cNvSpPr txBox="1"/>
          <p:nvPr/>
        </p:nvSpPr>
        <p:spPr>
          <a:xfrm>
            <a:off x="392275" y="4368550"/>
            <a:ext cx="559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XML-файлов: http://xml.nsu.ru/xml/xml_examples.xml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Теги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В XML каждый элемент должен быть заключен в теги. 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111111"/>
                </a:solidFill>
                <a:highlight>
                  <a:srgbClr val="FFFFFF"/>
                </a:highlight>
              </a:rPr>
              <a:t>Тег </a:t>
            </a: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– это некий текст, обернутый в угловые скобки.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Текст внутри угловых скобок – название тега.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Тега всегда два: открывающийся и закрывающийся в одном регистре.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&lt;name&gt; Иван &lt;/name&gt;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&lt;phone value="(908)123-45-67"&gt; &lt;/phone&gt;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&lt;phone value="(908)123-45-67"/&gt;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Есть в любом XML-документе. 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Это тег, с которого документ начинается, и которым заканчивается.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&lt;note&gt;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&lt;/note&gt;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Внутри него располагается тело документа.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Корневой элемент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Значение элемента хранится между открывающим и закрывающим тегами. 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Это может быть число, строка, или вложенные теги.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&lt;surname&gt; Иванов &lt;/surname&gt;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&lt;age&gt; 28 &lt;/age&gt;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Оба значения без кавычек.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&lt;phones&gt; 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&lt;phone value="(908)123-45-67"/&gt;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&lt;phone value="(980)123-45-67"/&gt; 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&lt;/phones&gt;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Значение элемента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Атрибуты указывают внутри отрывающегося тега после названия тега через пробел в виде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название_атрибута = </a:t>
            </a: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значение атрибута</a:t>
            </a: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С помощью атрибутов можно уточнить информацию.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&lt;phones&gt; 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&lt;item phone="(908)123-45-67"/&gt;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&lt;</a:t>
            </a: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item phone</a:t>
            </a: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="(980)123-45-67"/&gt; 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&lt;/phones&gt;</a:t>
            </a:r>
            <a:endParaRPr>
              <a:solidFill>
                <a:srgbClr val="11111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Атрибуты элемента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XML пролог</a:t>
            </a:r>
            <a:endParaRPr/>
          </a:p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Иногда вверху XML документа можно увидеть строку, называемую </a:t>
            </a:r>
            <a:r>
              <a:rPr lang="ru">
                <a:solidFill>
                  <a:schemeClr val="dk1"/>
                </a:solidFill>
              </a:rPr>
              <a:t>XML пролог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&lt;?xml version="1.0" encoding="UTF-8"?&gt;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Она показывает версию XML, который используется в документе, и кодировку.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Пролог необязателен. Но если он есть, то это должна быть первая строка XML документа.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UTF-8 — кодировка XML документов по умолчанию.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XML 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Конвертер</a:t>
            </a:r>
            <a:r>
              <a:rPr lang="ru">
                <a:solidFill>
                  <a:schemeClr val="dk1"/>
                </a:solidFill>
              </a:rPr>
              <a:t> </a:t>
            </a:r>
            <a:r>
              <a:rPr lang="ru">
                <a:solidFill>
                  <a:schemeClr val="dk1"/>
                </a:solidFill>
              </a:rPr>
              <a:t>из json в xml и обратно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https://wtools.io/ru/convert-xml-to-json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https://anytexteditor.com/ru/xml-to-json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5"/>
              </a:rPr>
              <a:t>https://www.aconvert.com/ru/document/xml-to-json/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Валидатор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6"/>
              </a:rPr>
              <a:t>https://www.xmlvalidation.com/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7"/>
              </a:rPr>
              <a:t>https://codebeautify.org/xmlvalidator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8"/>
              </a:rPr>
              <a:t>https://www.online-toolz.com/langs/ru/tool-ru-xml-validator.html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