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68" r:id="rId4"/>
    <p:sldId id="259" r:id="rId5"/>
    <p:sldId id="267" r:id="rId6"/>
    <p:sldId id="260" r:id="rId7"/>
    <p:sldId id="261" r:id="rId8"/>
    <p:sldId id="262" r:id="rId9"/>
    <p:sldId id="258" r:id="rId10"/>
    <p:sldId id="263" r:id="rId11"/>
    <p:sldId id="264" r:id="rId12"/>
    <p:sldId id="266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120" y="6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slide" Target="../slides/slide7.xml"/><Relationship Id="rId1" Type="http://schemas.openxmlformats.org/officeDocument/2006/relationships/slide" Target="../slides/slide6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slide" Target="../slides/slide11.xml"/><Relationship Id="rId1" Type="http://schemas.openxmlformats.org/officeDocument/2006/relationships/slide" Target="../slides/slide10.xml"/><Relationship Id="rId4" Type="http://schemas.openxmlformats.org/officeDocument/2006/relationships/slide" Target="../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EE128E-99AC-444F-BEDC-21D65A3EDC27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4DC92D0-2B2C-4753-A20A-1A523D85E508}">
      <dgm:prSet phldrT="[Текст]"/>
      <dgm:spPr/>
      <dgm:t>
        <a:bodyPr/>
        <a:lstStyle/>
        <a:p>
          <a:r>
            <a:rPr lang="ru-RU" dirty="0" smtClean="0"/>
            <a:t>Инфраструктура как услуга</a:t>
          </a:r>
          <a:endParaRPr lang="ru-RU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C1162946-9413-4935-81EF-0030003B0A77}" type="parTrans" cxnId="{BD41B7D6-4113-4898-9D0E-95C5F07DDD09}">
      <dgm:prSet/>
      <dgm:spPr/>
      <dgm:t>
        <a:bodyPr/>
        <a:lstStyle/>
        <a:p>
          <a:endParaRPr lang="ru-RU"/>
        </a:p>
      </dgm:t>
    </dgm:pt>
    <dgm:pt modelId="{214E16ED-62B9-4056-94E9-941A4AC37B01}" type="sibTrans" cxnId="{BD41B7D6-4113-4898-9D0E-95C5F07DDD09}">
      <dgm:prSet/>
      <dgm:spPr/>
      <dgm:t>
        <a:bodyPr/>
        <a:lstStyle/>
        <a:p>
          <a:endParaRPr lang="ru-RU"/>
        </a:p>
      </dgm:t>
    </dgm:pt>
    <dgm:pt modelId="{32B00544-DE9A-4BF5-9DE6-D868BB3B0F1E}">
      <dgm:prSet/>
      <dgm:spPr/>
      <dgm:t>
        <a:bodyPr/>
        <a:lstStyle/>
        <a:p>
          <a:r>
            <a:rPr lang="ru-RU" dirty="0" smtClean="0"/>
            <a:t>Платформа как услуга</a:t>
          </a:r>
          <a:endParaRPr lang="ru-RU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6CF7EEB7-4216-436C-97CF-47431AE537C5}" type="parTrans" cxnId="{B54BBD43-3D1E-4B5D-B9EA-771386DA0203}">
      <dgm:prSet/>
      <dgm:spPr/>
      <dgm:t>
        <a:bodyPr/>
        <a:lstStyle/>
        <a:p>
          <a:endParaRPr lang="ru-RU"/>
        </a:p>
      </dgm:t>
    </dgm:pt>
    <dgm:pt modelId="{42361136-14EC-4350-A8AD-34534958CC70}" type="sibTrans" cxnId="{B54BBD43-3D1E-4B5D-B9EA-771386DA0203}">
      <dgm:prSet/>
      <dgm:spPr/>
      <dgm:t>
        <a:bodyPr/>
        <a:lstStyle/>
        <a:p>
          <a:endParaRPr lang="ru-RU"/>
        </a:p>
      </dgm:t>
    </dgm:pt>
    <dgm:pt modelId="{D2E2C6D3-157B-41CE-B88C-2222993C88B6}">
      <dgm:prSet/>
      <dgm:spPr/>
      <dgm:t>
        <a:bodyPr/>
        <a:lstStyle/>
        <a:p>
          <a:r>
            <a:rPr lang="ru-RU" dirty="0" smtClean="0"/>
            <a:t>Программное обеспечение как услуга</a:t>
          </a:r>
          <a:endParaRPr lang="ru-RU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E29E7B16-83EF-4982-86F9-9C606005059D}" type="parTrans" cxnId="{03D20016-0273-4DF4-BB51-0D2DA9200814}">
      <dgm:prSet/>
      <dgm:spPr/>
      <dgm:t>
        <a:bodyPr/>
        <a:lstStyle/>
        <a:p>
          <a:endParaRPr lang="ru-RU"/>
        </a:p>
      </dgm:t>
    </dgm:pt>
    <dgm:pt modelId="{3EFE0724-CCEF-473C-8A70-58D610D78382}" type="sibTrans" cxnId="{03D20016-0273-4DF4-BB51-0D2DA9200814}">
      <dgm:prSet/>
      <dgm:spPr/>
      <dgm:t>
        <a:bodyPr/>
        <a:lstStyle/>
        <a:p>
          <a:endParaRPr lang="ru-RU"/>
        </a:p>
      </dgm:t>
    </dgm:pt>
    <dgm:pt modelId="{BE7F0856-C952-489C-B125-6D18A11ED219}" type="pres">
      <dgm:prSet presAssocID="{C3EE128E-99AC-444F-BEDC-21D65A3EDC27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12D9CF9F-E6B9-4BEB-B546-1289D125FAD3}" type="pres">
      <dgm:prSet presAssocID="{C3EE128E-99AC-444F-BEDC-21D65A3EDC27}" presName="Name1" presStyleCnt="0"/>
      <dgm:spPr/>
    </dgm:pt>
    <dgm:pt modelId="{67DE6C06-2283-4CF7-9C3C-5EEA71C6A84D}" type="pres">
      <dgm:prSet presAssocID="{C3EE128E-99AC-444F-BEDC-21D65A3EDC27}" presName="cycle" presStyleCnt="0"/>
      <dgm:spPr/>
    </dgm:pt>
    <dgm:pt modelId="{D232B235-FC31-419B-BE27-B8B069DB5C85}" type="pres">
      <dgm:prSet presAssocID="{C3EE128E-99AC-444F-BEDC-21D65A3EDC27}" presName="srcNode" presStyleLbl="node1" presStyleIdx="0" presStyleCnt="3"/>
      <dgm:spPr/>
    </dgm:pt>
    <dgm:pt modelId="{ED16D8D7-9CFD-4A69-B67E-8D3459EF4998}" type="pres">
      <dgm:prSet presAssocID="{C3EE128E-99AC-444F-BEDC-21D65A3EDC27}" presName="conn" presStyleLbl="parChTrans1D2" presStyleIdx="0" presStyleCnt="1"/>
      <dgm:spPr/>
      <dgm:t>
        <a:bodyPr/>
        <a:lstStyle/>
        <a:p>
          <a:endParaRPr lang="ru-RU"/>
        </a:p>
      </dgm:t>
    </dgm:pt>
    <dgm:pt modelId="{E600953A-52C0-4F88-866A-1566E2955990}" type="pres">
      <dgm:prSet presAssocID="{C3EE128E-99AC-444F-BEDC-21D65A3EDC27}" presName="extraNode" presStyleLbl="node1" presStyleIdx="0" presStyleCnt="3"/>
      <dgm:spPr/>
    </dgm:pt>
    <dgm:pt modelId="{ACF26A1D-6012-4B3D-9ABC-851BFD0B74C1}" type="pres">
      <dgm:prSet presAssocID="{C3EE128E-99AC-444F-BEDC-21D65A3EDC27}" presName="dstNode" presStyleLbl="node1" presStyleIdx="0" presStyleCnt="3"/>
      <dgm:spPr/>
    </dgm:pt>
    <dgm:pt modelId="{F4F148C0-4675-41AF-B634-4F4ACCB85FBD}" type="pres">
      <dgm:prSet presAssocID="{C4DC92D0-2B2C-4753-A20A-1A523D85E508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B61BF6A-6925-46B9-9B41-60066608A84F}" type="pres">
      <dgm:prSet presAssocID="{C4DC92D0-2B2C-4753-A20A-1A523D85E508}" presName="accent_1" presStyleCnt="0"/>
      <dgm:spPr/>
    </dgm:pt>
    <dgm:pt modelId="{EB675DE5-5D93-4043-8EDC-CF6E42B30E44}" type="pres">
      <dgm:prSet presAssocID="{C4DC92D0-2B2C-4753-A20A-1A523D85E508}" presName="accentRepeatNode" presStyleLbl="solidFgAcc1" presStyleIdx="0" presStyleCnt="3"/>
      <dgm:spPr/>
    </dgm:pt>
    <dgm:pt modelId="{FA7E967A-5072-47CD-AEFF-80749FB6B393}" type="pres">
      <dgm:prSet presAssocID="{32B00544-DE9A-4BF5-9DE6-D868BB3B0F1E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8C759F5-AA33-467A-A676-A6112F72E29E}" type="pres">
      <dgm:prSet presAssocID="{32B00544-DE9A-4BF5-9DE6-D868BB3B0F1E}" presName="accent_2" presStyleCnt="0"/>
      <dgm:spPr/>
    </dgm:pt>
    <dgm:pt modelId="{D7E3F65E-8C37-456F-B609-D9671C0536D5}" type="pres">
      <dgm:prSet presAssocID="{32B00544-DE9A-4BF5-9DE6-D868BB3B0F1E}" presName="accentRepeatNode" presStyleLbl="solidFgAcc1" presStyleIdx="1" presStyleCnt="3"/>
      <dgm:spPr/>
    </dgm:pt>
    <dgm:pt modelId="{7849B2F6-F445-4CBE-9579-ED97B106DE0A}" type="pres">
      <dgm:prSet presAssocID="{D2E2C6D3-157B-41CE-B88C-2222993C88B6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C5665CE-07C8-4D23-9937-1EBF09A12F35}" type="pres">
      <dgm:prSet presAssocID="{D2E2C6D3-157B-41CE-B88C-2222993C88B6}" presName="accent_3" presStyleCnt="0"/>
      <dgm:spPr/>
    </dgm:pt>
    <dgm:pt modelId="{12776A85-8529-43B8-B493-210290934143}" type="pres">
      <dgm:prSet presAssocID="{D2E2C6D3-157B-41CE-B88C-2222993C88B6}" presName="accentRepeatNode" presStyleLbl="solidFgAcc1" presStyleIdx="2" presStyleCnt="3"/>
      <dgm:spPr/>
    </dgm:pt>
  </dgm:ptLst>
  <dgm:cxnLst>
    <dgm:cxn modelId="{B54BBD43-3D1E-4B5D-B9EA-771386DA0203}" srcId="{C3EE128E-99AC-444F-BEDC-21D65A3EDC27}" destId="{32B00544-DE9A-4BF5-9DE6-D868BB3B0F1E}" srcOrd="1" destOrd="0" parTransId="{6CF7EEB7-4216-436C-97CF-47431AE537C5}" sibTransId="{42361136-14EC-4350-A8AD-34534958CC70}"/>
    <dgm:cxn modelId="{C0A40A34-3DAC-461D-9E11-FE5258ABFFB6}" type="presOf" srcId="{D2E2C6D3-157B-41CE-B88C-2222993C88B6}" destId="{7849B2F6-F445-4CBE-9579-ED97B106DE0A}" srcOrd="0" destOrd="0" presId="urn:microsoft.com/office/officeart/2008/layout/VerticalCurvedList"/>
    <dgm:cxn modelId="{23061638-D386-4E86-97CE-45721D765310}" type="presOf" srcId="{32B00544-DE9A-4BF5-9DE6-D868BB3B0F1E}" destId="{FA7E967A-5072-47CD-AEFF-80749FB6B393}" srcOrd="0" destOrd="0" presId="urn:microsoft.com/office/officeart/2008/layout/VerticalCurvedList"/>
    <dgm:cxn modelId="{BD41B7D6-4113-4898-9D0E-95C5F07DDD09}" srcId="{C3EE128E-99AC-444F-BEDC-21D65A3EDC27}" destId="{C4DC92D0-2B2C-4753-A20A-1A523D85E508}" srcOrd="0" destOrd="0" parTransId="{C1162946-9413-4935-81EF-0030003B0A77}" sibTransId="{214E16ED-62B9-4056-94E9-941A4AC37B01}"/>
    <dgm:cxn modelId="{AA0AD0FB-1087-4DD9-B12C-065DFA90CE98}" type="presOf" srcId="{C3EE128E-99AC-444F-BEDC-21D65A3EDC27}" destId="{BE7F0856-C952-489C-B125-6D18A11ED219}" srcOrd="0" destOrd="0" presId="urn:microsoft.com/office/officeart/2008/layout/VerticalCurvedList"/>
    <dgm:cxn modelId="{03D20016-0273-4DF4-BB51-0D2DA9200814}" srcId="{C3EE128E-99AC-444F-BEDC-21D65A3EDC27}" destId="{D2E2C6D3-157B-41CE-B88C-2222993C88B6}" srcOrd="2" destOrd="0" parTransId="{E29E7B16-83EF-4982-86F9-9C606005059D}" sibTransId="{3EFE0724-CCEF-473C-8A70-58D610D78382}"/>
    <dgm:cxn modelId="{63E19663-D248-4658-AA44-327FA39A478D}" type="presOf" srcId="{C4DC92D0-2B2C-4753-A20A-1A523D85E508}" destId="{F4F148C0-4675-41AF-B634-4F4ACCB85FBD}" srcOrd="0" destOrd="0" presId="urn:microsoft.com/office/officeart/2008/layout/VerticalCurvedList"/>
    <dgm:cxn modelId="{20F7C9B4-3EA7-4AA9-ABC2-E69906BF0667}" type="presOf" srcId="{214E16ED-62B9-4056-94E9-941A4AC37B01}" destId="{ED16D8D7-9CFD-4A69-B67E-8D3459EF4998}" srcOrd="0" destOrd="0" presId="urn:microsoft.com/office/officeart/2008/layout/VerticalCurvedList"/>
    <dgm:cxn modelId="{ED109325-B302-44D8-8604-33F9A4B8F032}" type="presParOf" srcId="{BE7F0856-C952-489C-B125-6D18A11ED219}" destId="{12D9CF9F-E6B9-4BEB-B546-1289D125FAD3}" srcOrd="0" destOrd="0" presId="urn:microsoft.com/office/officeart/2008/layout/VerticalCurvedList"/>
    <dgm:cxn modelId="{28A940DC-C79A-42DD-B545-52EB5357D9CC}" type="presParOf" srcId="{12D9CF9F-E6B9-4BEB-B546-1289D125FAD3}" destId="{67DE6C06-2283-4CF7-9C3C-5EEA71C6A84D}" srcOrd="0" destOrd="0" presId="urn:microsoft.com/office/officeart/2008/layout/VerticalCurvedList"/>
    <dgm:cxn modelId="{CA1AD40D-C9A7-400D-A461-854E6A671520}" type="presParOf" srcId="{67DE6C06-2283-4CF7-9C3C-5EEA71C6A84D}" destId="{D232B235-FC31-419B-BE27-B8B069DB5C85}" srcOrd="0" destOrd="0" presId="urn:microsoft.com/office/officeart/2008/layout/VerticalCurvedList"/>
    <dgm:cxn modelId="{9D640A4D-28B9-4988-9900-4030D22E79B1}" type="presParOf" srcId="{67DE6C06-2283-4CF7-9C3C-5EEA71C6A84D}" destId="{ED16D8D7-9CFD-4A69-B67E-8D3459EF4998}" srcOrd="1" destOrd="0" presId="urn:microsoft.com/office/officeart/2008/layout/VerticalCurvedList"/>
    <dgm:cxn modelId="{F2B70054-0AE0-4CAE-BABC-CBA575E4EACB}" type="presParOf" srcId="{67DE6C06-2283-4CF7-9C3C-5EEA71C6A84D}" destId="{E600953A-52C0-4F88-866A-1566E2955990}" srcOrd="2" destOrd="0" presId="urn:microsoft.com/office/officeart/2008/layout/VerticalCurvedList"/>
    <dgm:cxn modelId="{2F795B9A-A337-4412-8D2D-16029CA0C3FD}" type="presParOf" srcId="{67DE6C06-2283-4CF7-9C3C-5EEA71C6A84D}" destId="{ACF26A1D-6012-4B3D-9ABC-851BFD0B74C1}" srcOrd="3" destOrd="0" presId="urn:microsoft.com/office/officeart/2008/layout/VerticalCurvedList"/>
    <dgm:cxn modelId="{DD0800A7-24E5-4325-97E2-46BCA409E5E5}" type="presParOf" srcId="{12D9CF9F-E6B9-4BEB-B546-1289D125FAD3}" destId="{F4F148C0-4675-41AF-B634-4F4ACCB85FBD}" srcOrd="1" destOrd="0" presId="urn:microsoft.com/office/officeart/2008/layout/VerticalCurvedList"/>
    <dgm:cxn modelId="{AE224033-E5CB-4A60-BEB7-72883A87A0FA}" type="presParOf" srcId="{12D9CF9F-E6B9-4BEB-B546-1289D125FAD3}" destId="{FB61BF6A-6925-46B9-9B41-60066608A84F}" srcOrd="2" destOrd="0" presId="urn:microsoft.com/office/officeart/2008/layout/VerticalCurvedList"/>
    <dgm:cxn modelId="{CBBBEBD6-6ACC-4D78-8FF9-83FD46E01E50}" type="presParOf" srcId="{FB61BF6A-6925-46B9-9B41-60066608A84F}" destId="{EB675DE5-5D93-4043-8EDC-CF6E42B30E44}" srcOrd="0" destOrd="0" presId="urn:microsoft.com/office/officeart/2008/layout/VerticalCurvedList"/>
    <dgm:cxn modelId="{1BD6DE41-FA6D-4526-B29B-4C6A39D1C2BB}" type="presParOf" srcId="{12D9CF9F-E6B9-4BEB-B546-1289D125FAD3}" destId="{FA7E967A-5072-47CD-AEFF-80749FB6B393}" srcOrd="3" destOrd="0" presId="urn:microsoft.com/office/officeart/2008/layout/VerticalCurvedList"/>
    <dgm:cxn modelId="{27CEC1CD-895F-44D3-A120-D37D28EB5C54}" type="presParOf" srcId="{12D9CF9F-E6B9-4BEB-B546-1289D125FAD3}" destId="{48C759F5-AA33-467A-A676-A6112F72E29E}" srcOrd="4" destOrd="0" presId="urn:microsoft.com/office/officeart/2008/layout/VerticalCurvedList"/>
    <dgm:cxn modelId="{19DE3395-9FDB-4036-9F54-50A13D71D436}" type="presParOf" srcId="{48C759F5-AA33-467A-A676-A6112F72E29E}" destId="{D7E3F65E-8C37-456F-B609-D9671C0536D5}" srcOrd="0" destOrd="0" presId="urn:microsoft.com/office/officeart/2008/layout/VerticalCurvedList"/>
    <dgm:cxn modelId="{810D4EB4-862A-499B-97E6-CF127C75F2CE}" type="presParOf" srcId="{12D9CF9F-E6B9-4BEB-B546-1289D125FAD3}" destId="{7849B2F6-F445-4CBE-9579-ED97B106DE0A}" srcOrd="5" destOrd="0" presId="urn:microsoft.com/office/officeart/2008/layout/VerticalCurvedList"/>
    <dgm:cxn modelId="{BB6E1424-A174-4302-801C-21FE0057D544}" type="presParOf" srcId="{12D9CF9F-E6B9-4BEB-B546-1289D125FAD3}" destId="{4C5665CE-07C8-4D23-9937-1EBF09A12F35}" srcOrd="6" destOrd="0" presId="urn:microsoft.com/office/officeart/2008/layout/VerticalCurvedList"/>
    <dgm:cxn modelId="{AA3D44C0-0CAB-44D4-A454-7AB27380128F}" type="presParOf" srcId="{4C5665CE-07C8-4D23-9937-1EBF09A12F35}" destId="{12776A85-8529-43B8-B493-21029093414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79BDB53-154D-4534-9265-9631A47EE5FE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70A322D-7F22-4CD0-AA88-E5D84D0774EF}">
      <dgm:prSet phldrT="[Текст]"/>
      <dgm:spPr/>
      <dgm:t>
        <a:bodyPr/>
        <a:lstStyle/>
        <a:p>
          <a:r>
            <a:rPr lang="ru-RU" dirty="0" smtClean="0"/>
            <a:t>Частное облако (</a:t>
          </a:r>
          <a:r>
            <a:rPr lang="en-US" dirty="0" smtClean="0"/>
            <a:t>private cloud) </a:t>
          </a:r>
          <a:endParaRPr lang="ru-RU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4EA9C10B-60D6-4255-BAE7-0D3A036F4995}" type="parTrans" cxnId="{40FDDC0C-79F5-4808-95B2-DCBE59386A37}">
      <dgm:prSet/>
      <dgm:spPr/>
      <dgm:t>
        <a:bodyPr/>
        <a:lstStyle/>
        <a:p>
          <a:endParaRPr lang="ru-RU"/>
        </a:p>
      </dgm:t>
    </dgm:pt>
    <dgm:pt modelId="{6D632F8E-5827-4EFA-9E77-040F4C6D3273}" type="sibTrans" cxnId="{40FDDC0C-79F5-4808-95B2-DCBE59386A37}">
      <dgm:prSet/>
      <dgm:spPr/>
      <dgm:t>
        <a:bodyPr/>
        <a:lstStyle/>
        <a:p>
          <a:endParaRPr lang="ru-RU"/>
        </a:p>
      </dgm:t>
    </dgm:pt>
    <dgm:pt modelId="{4D97EDB9-B060-45E3-8B30-5D52D4F2C60D}">
      <dgm:prSet/>
      <dgm:spPr/>
      <dgm:t>
        <a:bodyPr/>
        <a:lstStyle/>
        <a:p>
          <a:r>
            <a:rPr lang="ru-RU" dirty="0" smtClean="0"/>
            <a:t>Публичное облако (</a:t>
          </a:r>
          <a:r>
            <a:rPr lang="en-US" dirty="0" smtClean="0"/>
            <a:t>public cloud) </a:t>
          </a:r>
          <a:endParaRPr lang="en-US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796DC813-B431-434D-B7D4-CFE22C5A9526}" type="parTrans" cxnId="{E9DFFCBC-6F59-4CF6-8A10-9F3147FC0793}">
      <dgm:prSet/>
      <dgm:spPr/>
      <dgm:t>
        <a:bodyPr/>
        <a:lstStyle/>
        <a:p>
          <a:endParaRPr lang="ru-RU"/>
        </a:p>
      </dgm:t>
    </dgm:pt>
    <dgm:pt modelId="{842252AB-4E09-4291-A9A5-0273202D0D12}" type="sibTrans" cxnId="{E9DFFCBC-6F59-4CF6-8A10-9F3147FC0793}">
      <dgm:prSet/>
      <dgm:spPr/>
      <dgm:t>
        <a:bodyPr/>
        <a:lstStyle/>
        <a:p>
          <a:endParaRPr lang="ru-RU"/>
        </a:p>
      </dgm:t>
    </dgm:pt>
    <dgm:pt modelId="{94F7DC22-DA64-47A6-9B86-11013CE0B27A}">
      <dgm:prSet/>
      <dgm:spPr/>
      <dgm:t>
        <a:bodyPr/>
        <a:lstStyle/>
        <a:p>
          <a:r>
            <a:rPr lang="ru-RU" dirty="0" smtClean="0"/>
            <a:t>Общественное облако (</a:t>
          </a:r>
          <a:r>
            <a:rPr lang="en-US" dirty="0" smtClean="0"/>
            <a:t>community cloud) </a:t>
          </a:r>
          <a:endParaRPr lang="en-US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543CA0AC-0C42-47A8-8201-5A4C6B564422}" type="parTrans" cxnId="{D4387B29-34E6-48FE-BE00-D316A93896B7}">
      <dgm:prSet/>
      <dgm:spPr/>
      <dgm:t>
        <a:bodyPr/>
        <a:lstStyle/>
        <a:p>
          <a:endParaRPr lang="ru-RU"/>
        </a:p>
      </dgm:t>
    </dgm:pt>
    <dgm:pt modelId="{D1EAA1AD-C6FE-409B-B0B8-9F52F6976647}" type="sibTrans" cxnId="{D4387B29-34E6-48FE-BE00-D316A93896B7}">
      <dgm:prSet/>
      <dgm:spPr/>
      <dgm:t>
        <a:bodyPr/>
        <a:lstStyle/>
        <a:p>
          <a:endParaRPr lang="ru-RU"/>
        </a:p>
      </dgm:t>
    </dgm:pt>
    <dgm:pt modelId="{63D0BEC8-27AC-46ED-A573-FE996C43FEDB}">
      <dgm:prSet/>
      <dgm:spPr/>
      <dgm:t>
        <a:bodyPr/>
        <a:lstStyle/>
        <a:p>
          <a:r>
            <a:rPr lang="ru-RU" dirty="0" smtClean="0"/>
            <a:t>Гибридное облако (</a:t>
          </a:r>
          <a:r>
            <a:rPr lang="en-US" dirty="0" smtClean="0"/>
            <a:t>hybrid cloud) </a:t>
          </a:r>
          <a:endParaRPr lang="en-US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4" action="ppaction://hlinksldjump"/>
          </dgm14:cNvPr>
        </a:ext>
      </dgm:extLst>
    </dgm:pt>
    <dgm:pt modelId="{C24A2B1A-F77B-4EC4-A98F-C418E0E45A8E}" type="parTrans" cxnId="{B4C84DD7-34BF-43E7-A100-0BA58EB8C78E}">
      <dgm:prSet/>
      <dgm:spPr/>
      <dgm:t>
        <a:bodyPr/>
        <a:lstStyle/>
        <a:p>
          <a:endParaRPr lang="ru-RU"/>
        </a:p>
      </dgm:t>
    </dgm:pt>
    <dgm:pt modelId="{EE2CB2B0-6C40-4458-9552-44354E123529}" type="sibTrans" cxnId="{B4C84DD7-34BF-43E7-A100-0BA58EB8C78E}">
      <dgm:prSet/>
      <dgm:spPr/>
      <dgm:t>
        <a:bodyPr/>
        <a:lstStyle/>
        <a:p>
          <a:endParaRPr lang="ru-RU"/>
        </a:p>
      </dgm:t>
    </dgm:pt>
    <dgm:pt modelId="{ECB99EE7-3531-471C-ADE4-B3D12CB9E1E7}" type="pres">
      <dgm:prSet presAssocID="{D79BDB53-154D-4534-9265-9631A47EE5FE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C9B2ED1-0C5E-40F9-8C91-2D515D57C1DB}" type="pres">
      <dgm:prSet presAssocID="{970A322D-7F22-4CD0-AA88-E5D84D0774EF}" presName="parentLin" presStyleCnt="0"/>
      <dgm:spPr/>
    </dgm:pt>
    <dgm:pt modelId="{BD636178-4814-49B6-B60B-A3E380691A65}" type="pres">
      <dgm:prSet presAssocID="{970A322D-7F22-4CD0-AA88-E5D84D0774EF}" presName="parentLeftMargin" presStyleLbl="node1" presStyleIdx="0" presStyleCnt="4"/>
      <dgm:spPr/>
      <dgm:t>
        <a:bodyPr/>
        <a:lstStyle/>
        <a:p>
          <a:endParaRPr lang="ru-RU"/>
        </a:p>
      </dgm:t>
    </dgm:pt>
    <dgm:pt modelId="{D73A3C00-D13D-45B4-8A37-656C16274C59}" type="pres">
      <dgm:prSet presAssocID="{970A322D-7F22-4CD0-AA88-E5D84D0774EF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6DFB77D-84D1-4BAC-999D-13B182AAAA7A}" type="pres">
      <dgm:prSet presAssocID="{970A322D-7F22-4CD0-AA88-E5D84D0774EF}" presName="negativeSpace" presStyleCnt="0"/>
      <dgm:spPr/>
    </dgm:pt>
    <dgm:pt modelId="{8F49F487-86FC-4169-A9E6-E8B49CDCC400}" type="pres">
      <dgm:prSet presAssocID="{970A322D-7F22-4CD0-AA88-E5D84D0774EF}" presName="childText" presStyleLbl="conFgAcc1" presStyleIdx="0" presStyleCnt="4">
        <dgm:presLayoutVars>
          <dgm:bulletEnabled val="1"/>
        </dgm:presLayoutVars>
      </dgm:prSet>
      <dgm:spPr/>
    </dgm:pt>
    <dgm:pt modelId="{D4F86BE8-2503-4E64-9729-C26164320F1A}" type="pres">
      <dgm:prSet presAssocID="{6D632F8E-5827-4EFA-9E77-040F4C6D3273}" presName="spaceBetweenRectangles" presStyleCnt="0"/>
      <dgm:spPr/>
    </dgm:pt>
    <dgm:pt modelId="{330804BA-A013-45DC-A0C6-C78856A6F0EB}" type="pres">
      <dgm:prSet presAssocID="{4D97EDB9-B060-45E3-8B30-5D52D4F2C60D}" presName="parentLin" presStyleCnt="0"/>
      <dgm:spPr/>
    </dgm:pt>
    <dgm:pt modelId="{21E81DDE-1D13-4B35-A8B5-E6A7EFB4E7BF}" type="pres">
      <dgm:prSet presAssocID="{4D97EDB9-B060-45E3-8B30-5D52D4F2C60D}" presName="parentLeftMargin" presStyleLbl="node1" presStyleIdx="0" presStyleCnt="4"/>
      <dgm:spPr/>
      <dgm:t>
        <a:bodyPr/>
        <a:lstStyle/>
        <a:p>
          <a:endParaRPr lang="ru-RU"/>
        </a:p>
      </dgm:t>
    </dgm:pt>
    <dgm:pt modelId="{674AAE72-B988-474C-8059-4E2F5F7D5BDC}" type="pres">
      <dgm:prSet presAssocID="{4D97EDB9-B060-45E3-8B30-5D52D4F2C60D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F4A7738-0A96-4FDB-992B-8ADC1A463457}" type="pres">
      <dgm:prSet presAssocID="{4D97EDB9-B060-45E3-8B30-5D52D4F2C60D}" presName="negativeSpace" presStyleCnt="0"/>
      <dgm:spPr/>
    </dgm:pt>
    <dgm:pt modelId="{D8B87BED-68F0-45E8-B038-2D9062BFAD62}" type="pres">
      <dgm:prSet presAssocID="{4D97EDB9-B060-45E3-8B30-5D52D4F2C60D}" presName="childText" presStyleLbl="conFgAcc1" presStyleIdx="1" presStyleCnt="4">
        <dgm:presLayoutVars>
          <dgm:bulletEnabled val="1"/>
        </dgm:presLayoutVars>
      </dgm:prSet>
      <dgm:spPr/>
    </dgm:pt>
    <dgm:pt modelId="{CDCF1FF6-FFF7-4DF1-9F09-A3149439218E}" type="pres">
      <dgm:prSet presAssocID="{842252AB-4E09-4291-A9A5-0273202D0D12}" presName="spaceBetweenRectangles" presStyleCnt="0"/>
      <dgm:spPr/>
    </dgm:pt>
    <dgm:pt modelId="{C83492AC-CFD6-431F-82C3-48CA184F9637}" type="pres">
      <dgm:prSet presAssocID="{94F7DC22-DA64-47A6-9B86-11013CE0B27A}" presName="parentLin" presStyleCnt="0"/>
      <dgm:spPr/>
    </dgm:pt>
    <dgm:pt modelId="{36979722-33A4-4186-ADF4-13F45F298FF0}" type="pres">
      <dgm:prSet presAssocID="{94F7DC22-DA64-47A6-9B86-11013CE0B27A}" presName="parentLeftMargin" presStyleLbl="node1" presStyleIdx="1" presStyleCnt="4"/>
      <dgm:spPr/>
      <dgm:t>
        <a:bodyPr/>
        <a:lstStyle/>
        <a:p>
          <a:endParaRPr lang="ru-RU"/>
        </a:p>
      </dgm:t>
    </dgm:pt>
    <dgm:pt modelId="{83A275D8-6FC0-41CD-AB39-25DDCBB65932}" type="pres">
      <dgm:prSet presAssocID="{94F7DC22-DA64-47A6-9B86-11013CE0B27A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BF3DA54-8FFC-429F-8997-F5BF77245E3E}" type="pres">
      <dgm:prSet presAssocID="{94F7DC22-DA64-47A6-9B86-11013CE0B27A}" presName="negativeSpace" presStyleCnt="0"/>
      <dgm:spPr/>
    </dgm:pt>
    <dgm:pt modelId="{BB0042AD-0B63-4AC2-B943-8DE9344AA5BA}" type="pres">
      <dgm:prSet presAssocID="{94F7DC22-DA64-47A6-9B86-11013CE0B27A}" presName="childText" presStyleLbl="conFgAcc1" presStyleIdx="2" presStyleCnt="4">
        <dgm:presLayoutVars>
          <dgm:bulletEnabled val="1"/>
        </dgm:presLayoutVars>
      </dgm:prSet>
      <dgm:spPr/>
    </dgm:pt>
    <dgm:pt modelId="{A27932D2-144F-4392-9FC6-5F86C49A6065}" type="pres">
      <dgm:prSet presAssocID="{D1EAA1AD-C6FE-409B-B0B8-9F52F6976647}" presName="spaceBetweenRectangles" presStyleCnt="0"/>
      <dgm:spPr/>
    </dgm:pt>
    <dgm:pt modelId="{DDDB33F1-495B-40FF-870F-BBFA37EE61A9}" type="pres">
      <dgm:prSet presAssocID="{63D0BEC8-27AC-46ED-A573-FE996C43FEDB}" presName="parentLin" presStyleCnt="0"/>
      <dgm:spPr/>
    </dgm:pt>
    <dgm:pt modelId="{C53881D7-61BC-4E10-83CC-1BDB2773E996}" type="pres">
      <dgm:prSet presAssocID="{63D0BEC8-27AC-46ED-A573-FE996C43FEDB}" presName="parentLeftMargin" presStyleLbl="node1" presStyleIdx="2" presStyleCnt="4"/>
      <dgm:spPr/>
      <dgm:t>
        <a:bodyPr/>
        <a:lstStyle/>
        <a:p>
          <a:endParaRPr lang="ru-RU"/>
        </a:p>
      </dgm:t>
    </dgm:pt>
    <dgm:pt modelId="{4732FB4D-C476-4F69-BC40-562B20C1D836}" type="pres">
      <dgm:prSet presAssocID="{63D0BEC8-27AC-46ED-A573-FE996C43FEDB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D514EAC-7C0B-4EEB-B896-C4B3E44B182D}" type="pres">
      <dgm:prSet presAssocID="{63D0BEC8-27AC-46ED-A573-FE996C43FEDB}" presName="negativeSpace" presStyleCnt="0"/>
      <dgm:spPr/>
    </dgm:pt>
    <dgm:pt modelId="{5672ED5B-821E-4500-A8BE-41A360B0630E}" type="pres">
      <dgm:prSet presAssocID="{63D0BEC8-27AC-46ED-A573-FE996C43FEDB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D4387B29-34E6-48FE-BE00-D316A93896B7}" srcId="{D79BDB53-154D-4534-9265-9631A47EE5FE}" destId="{94F7DC22-DA64-47A6-9B86-11013CE0B27A}" srcOrd="2" destOrd="0" parTransId="{543CA0AC-0C42-47A8-8201-5A4C6B564422}" sibTransId="{D1EAA1AD-C6FE-409B-B0B8-9F52F6976647}"/>
    <dgm:cxn modelId="{E9DFFCBC-6F59-4CF6-8A10-9F3147FC0793}" srcId="{D79BDB53-154D-4534-9265-9631A47EE5FE}" destId="{4D97EDB9-B060-45E3-8B30-5D52D4F2C60D}" srcOrd="1" destOrd="0" parTransId="{796DC813-B431-434D-B7D4-CFE22C5A9526}" sibTransId="{842252AB-4E09-4291-A9A5-0273202D0D12}"/>
    <dgm:cxn modelId="{81AF8ABD-482B-4BA7-94B1-8F53FC55DEC4}" type="presOf" srcId="{4D97EDB9-B060-45E3-8B30-5D52D4F2C60D}" destId="{674AAE72-B988-474C-8059-4E2F5F7D5BDC}" srcOrd="1" destOrd="0" presId="urn:microsoft.com/office/officeart/2005/8/layout/list1"/>
    <dgm:cxn modelId="{B5CA2A35-8CB9-4E13-8CDC-8BD85539DC80}" type="presOf" srcId="{63D0BEC8-27AC-46ED-A573-FE996C43FEDB}" destId="{4732FB4D-C476-4F69-BC40-562B20C1D836}" srcOrd="1" destOrd="0" presId="urn:microsoft.com/office/officeart/2005/8/layout/list1"/>
    <dgm:cxn modelId="{67970DDF-2CB6-43B4-A33F-508AA40457ED}" type="presOf" srcId="{94F7DC22-DA64-47A6-9B86-11013CE0B27A}" destId="{36979722-33A4-4186-ADF4-13F45F298FF0}" srcOrd="0" destOrd="0" presId="urn:microsoft.com/office/officeart/2005/8/layout/list1"/>
    <dgm:cxn modelId="{4AED16B5-96AB-49A1-A134-AE636F49BA42}" type="presOf" srcId="{970A322D-7F22-4CD0-AA88-E5D84D0774EF}" destId="{BD636178-4814-49B6-B60B-A3E380691A65}" srcOrd="0" destOrd="0" presId="urn:microsoft.com/office/officeart/2005/8/layout/list1"/>
    <dgm:cxn modelId="{B4C84DD7-34BF-43E7-A100-0BA58EB8C78E}" srcId="{D79BDB53-154D-4534-9265-9631A47EE5FE}" destId="{63D0BEC8-27AC-46ED-A573-FE996C43FEDB}" srcOrd="3" destOrd="0" parTransId="{C24A2B1A-F77B-4EC4-A98F-C418E0E45A8E}" sibTransId="{EE2CB2B0-6C40-4458-9552-44354E123529}"/>
    <dgm:cxn modelId="{1A1D2CA2-B393-4A19-A130-6D7F4EA392B5}" type="presOf" srcId="{970A322D-7F22-4CD0-AA88-E5D84D0774EF}" destId="{D73A3C00-D13D-45B4-8A37-656C16274C59}" srcOrd="1" destOrd="0" presId="urn:microsoft.com/office/officeart/2005/8/layout/list1"/>
    <dgm:cxn modelId="{40FDDC0C-79F5-4808-95B2-DCBE59386A37}" srcId="{D79BDB53-154D-4534-9265-9631A47EE5FE}" destId="{970A322D-7F22-4CD0-AA88-E5D84D0774EF}" srcOrd="0" destOrd="0" parTransId="{4EA9C10B-60D6-4255-BAE7-0D3A036F4995}" sibTransId="{6D632F8E-5827-4EFA-9E77-040F4C6D3273}"/>
    <dgm:cxn modelId="{047F3963-B74D-48EF-ACDD-A3CBA92B3D3E}" type="presOf" srcId="{4D97EDB9-B060-45E3-8B30-5D52D4F2C60D}" destId="{21E81DDE-1D13-4B35-A8B5-E6A7EFB4E7BF}" srcOrd="0" destOrd="0" presId="urn:microsoft.com/office/officeart/2005/8/layout/list1"/>
    <dgm:cxn modelId="{903309B8-9918-4262-9297-0225A5ACF7A5}" type="presOf" srcId="{D79BDB53-154D-4534-9265-9631A47EE5FE}" destId="{ECB99EE7-3531-471C-ADE4-B3D12CB9E1E7}" srcOrd="0" destOrd="0" presId="urn:microsoft.com/office/officeart/2005/8/layout/list1"/>
    <dgm:cxn modelId="{1D16E1C8-947E-4AB6-98A4-93B6BDA62D0A}" type="presOf" srcId="{94F7DC22-DA64-47A6-9B86-11013CE0B27A}" destId="{83A275D8-6FC0-41CD-AB39-25DDCBB65932}" srcOrd="1" destOrd="0" presId="urn:microsoft.com/office/officeart/2005/8/layout/list1"/>
    <dgm:cxn modelId="{D81F11AA-B361-4C24-8AC0-556057C97F12}" type="presOf" srcId="{63D0BEC8-27AC-46ED-A573-FE996C43FEDB}" destId="{C53881D7-61BC-4E10-83CC-1BDB2773E996}" srcOrd="0" destOrd="0" presId="urn:microsoft.com/office/officeart/2005/8/layout/list1"/>
    <dgm:cxn modelId="{27538583-D7EE-4789-8268-2D2BB56F6DA3}" type="presParOf" srcId="{ECB99EE7-3531-471C-ADE4-B3D12CB9E1E7}" destId="{4C9B2ED1-0C5E-40F9-8C91-2D515D57C1DB}" srcOrd="0" destOrd="0" presId="urn:microsoft.com/office/officeart/2005/8/layout/list1"/>
    <dgm:cxn modelId="{5953A94A-F1A2-4E2F-8465-98B82131A7CF}" type="presParOf" srcId="{4C9B2ED1-0C5E-40F9-8C91-2D515D57C1DB}" destId="{BD636178-4814-49B6-B60B-A3E380691A65}" srcOrd="0" destOrd="0" presId="urn:microsoft.com/office/officeart/2005/8/layout/list1"/>
    <dgm:cxn modelId="{82E9119F-7C5F-4CD1-93B9-BA042F0A3434}" type="presParOf" srcId="{4C9B2ED1-0C5E-40F9-8C91-2D515D57C1DB}" destId="{D73A3C00-D13D-45B4-8A37-656C16274C59}" srcOrd="1" destOrd="0" presId="urn:microsoft.com/office/officeart/2005/8/layout/list1"/>
    <dgm:cxn modelId="{24ABFB06-79F3-419A-9DAC-B73EF02CD56C}" type="presParOf" srcId="{ECB99EE7-3531-471C-ADE4-B3D12CB9E1E7}" destId="{76DFB77D-84D1-4BAC-999D-13B182AAAA7A}" srcOrd="1" destOrd="0" presId="urn:microsoft.com/office/officeart/2005/8/layout/list1"/>
    <dgm:cxn modelId="{6E7A6F2F-660F-4610-ABE3-2A28415B21BE}" type="presParOf" srcId="{ECB99EE7-3531-471C-ADE4-B3D12CB9E1E7}" destId="{8F49F487-86FC-4169-A9E6-E8B49CDCC400}" srcOrd="2" destOrd="0" presId="urn:microsoft.com/office/officeart/2005/8/layout/list1"/>
    <dgm:cxn modelId="{0D1F0CBF-0273-42CB-BC38-957691FF0792}" type="presParOf" srcId="{ECB99EE7-3531-471C-ADE4-B3D12CB9E1E7}" destId="{D4F86BE8-2503-4E64-9729-C26164320F1A}" srcOrd="3" destOrd="0" presId="urn:microsoft.com/office/officeart/2005/8/layout/list1"/>
    <dgm:cxn modelId="{96D83AA4-F8C0-46F6-A522-D5DAD6B182BA}" type="presParOf" srcId="{ECB99EE7-3531-471C-ADE4-B3D12CB9E1E7}" destId="{330804BA-A013-45DC-A0C6-C78856A6F0EB}" srcOrd="4" destOrd="0" presId="urn:microsoft.com/office/officeart/2005/8/layout/list1"/>
    <dgm:cxn modelId="{49EE7F59-7F2E-4D7C-B344-288C73ED1113}" type="presParOf" srcId="{330804BA-A013-45DC-A0C6-C78856A6F0EB}" destId="{21E81DDE-1D13-4B35-A8B5-E6A7EFB4E7BF}" srcOrd="0" destOrd="0" presId="urn:microsoft.com/office/officeart/2005/8/layout/list1"/>
    <dgm:cxn modelId="{434516D0-2C01-42D9-A909-8DCAF3928387}" type="presParOf" srcId="{330804BA-A013-45DC-A0C6-C78856A6F0EB}" destId="{674AAE72-B988-474C-8059-4E2F5F7D5BDC}" srcOrd="1" destOrd="0" presId="urn:microsoft.com/office/officeart/2005/8/layout/list1"/>
    <dgm:cxn modelId="{F5B1C27C-8819-4413-AF2A-DB0D7C3826EC}" type="presParOf" srcId="{ECB99EE7-3531-471C-ADE4-B3D12CB9E1E7}" destId="{9F4A7738-0A96-4FDB-992B-8ADC1A463457}" srcOrd="5" destOrd="0" presId="urn:microsoft.com/office/officeart/2005/8/layout/list1"/>
    <dgm:cxn modelId="{B4D543BC-E721-49EB-93B1-5D85DA32318E}" type="presParOf" srcId="{ECB99EE7-3531-471C-ADE4-B3D12CB9E1E7}" destId="{D8B87BED-68F0-45E8-B038-2D9062BFAD62}" srcOrd="6" destOrd="0" presId="urn:microsoft.com/office/officeart/2005/8/layout/list1"/>
    <dgm:cxn modelId="{CABB3128-7D56-4F79-B5C4-B9D42E25E7E3}" type="presParOf" srcId="{ECB99EE7-3531-471C-ADE4-B3D12CB9E1E7}" destId="{CDCF1FF6-FFF7-4DF1-9F09-A3149439218E}" srcOrd="7" destOrd="0" presId="urn:microsoft.com/office/officeart/2005/8/layout/list1"/>
    <dgm:cxn modelId="{EAE3B6C7-A14B-4435-8DAD-E262035B3349}" type="presParOf" srcId="{ECB99EE7-3531-471C-ADE4-B3D12CB9E1E7}" destId="{C83492AC-CFD6-431F-82C3-48CA184F9637}" srcOrd="8" destOrd="0" presId="urn:microsoft.com/office/officeart/2005/8/layout/list1"/>
    <dgm:cxn modelId="{7107323B-A97F-4C60-B5EC-4057BB7ECD16}" type="presParOf" srcId="{C83492AC-CFD6-431F-82C3-48CA184F9637}" destId="{36979722-33A4-4186-ADF4-13F45F298FF0}" srcOrd="0" destOrd="0" presId="urn:microsoft.com/office/officeart/2005/8/layout/list1"/>
    <dgm:cxn modelId="{B0C5D0A0-9B21-4B93-810C-FD374DA6A3C1}" type="presParOf" srcId="{C83492AC-CFD6-431F-82C3-48CA184F9637}" destId="{83A275D8-6FC0-41CD-AB39-25DDCBB65932}" srcOrd="1" destOrd="0" presId="urn:microsoft.com/office/officeart/2005/8/layout/list1"/>
    <dgm:cxn modelId="{20A91538-8C22-4227-9753-6196070ABBF1}" type="presParOf" srcId="{ECB99EE7-3531-471C-ADE4-B3D12CB9E1E7}" destId="{ABF3DA54-8FFC-429F-8997-F5BF77245E3E}" srcOrd="9" destOrd="0" presId="urn:microsoft.com/office/officeart/2005/8/layout/list1"/>
    <dgm:cxn modelId="{1F309476-D961-4F66-84D8-09EAD3AECB08}" type="presParOf" srcId="{ECB99EE7-3531-471C-ADE4-B3D12CB9E1E7}" destId="{BB0042AD-0B63-4AC2-B943-8DE9344AA5BA}" srcOrd="10" destOrd="0" presId="urn:microsoft.com/office/officeart/2005/8/layout/list1"/>
    <dgm:cxn modelId="{96AB0A74-9CEB-4751-B4F7-0206892B2E6D}" type="presParOf" srcId="{ECB99EE7-3531-471C-ADE4-B3D12CB9E1E7}" destId="{A27932D2-144F-4392-9FC6-5F86C49A6065}" srcOrd="11" destOrd="0" presId="urn:microsoft.com/office/officeart/2005/8/layout/list1"/>
    <dgm:cxn modelId="{B9769404-EA28-431F-BB8D-AB2F6E08B767}" type="presParOf" srcId="{ECB99EE7-3531-471C-ADE4-B3D12CB9E1E7}" destId="{DDDB33F1-495B-40FF-870F-BBFA37EE61A9}" srcOrd="12" destOrd="0" presId="urn:microsoft.com/office/officeart/2005/8/layout/list1"/>
    <dgm:cxn modelId="{2E81280D-DFEE-4C6E-BEF3-4C45503CCD6D}" type="presParOf" srcId="{DDDB33F1-495B-40FF-870F-BBFA37EE61A9}" destId="{C53881D7-61BC-4E10-83CC-1BDB2773E996}" srcOrd="0" destOrd="0" presId="urn:microsoft.com/office/officeart/2005/8/layout/list1"/>
    <dgm:cxn modelId="{ABA3D511-6EB0-42E4-84B0-6CD2759BDD34}" type="presParOf" srcId="{DDDB33F1-495B-40FF-870F-BBFA37EE61A9}" destId="{4732FB4D-C476-4F69-BC40-562B20C1D836}" srcOrd="1" destOrd="0" presId="urn:microsoft.com/office/officeart/2005/8/layout/list1"/>
    <dgm:cxn modelId="{1FADB606-E982-42F6-9F34-EBA1D8B986CC}" type="presParOf" srcId="{ECB99EE7-3531-471C-ADE4-B3D12CB9E1E7}" destId="{AD514EAC-7C0B-4EEB-B896-C4B3E44B182D}" srcOrd="13" destOrd="0" presId="urn:microsoft.com/office/officeart/2005/8/layout/list1"/>
    <dgm:cxn modelId="{0E8E7232-F8B5-415D-9079-56B48EB53A45}" type="presParOf" srcId="{ECB99EE7-3531-471C-ADE4-B3D12CB9E1E7}" destId="{5672ED5B-821E-4500-A8BE-41A360B0630E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16D8D7-9CFD-4A69-B67E-8D3459EF4998}">
      <dsp:nvSpPr>
        <dsp:cNvPr id="0" name=""/>
        <dsp:cNvSpPr/>
      </dsp:nvSpPr>
      <dsp:spPr>
        <a:xfrm>
          <a:off x="-4003428" y="-614574"/>
          <a:ext cx="4770860" cy="4770860"/>
        </a:xfrm>
        <a:prstGeom prst="blockArc">
          <a:avLst>
            <a:gd name="adj1" fmla="val 18900000"/>
            <a:gd name="adj2" fmla="val 2700000"/>
            <a:gd name="adj3" fmla="val 453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F148C0-4675-41AF-B634-4F4ACCB85FBD}">
      <dsp:nvSpPr>
        <dsp:cNvPr id="0" name=""/>
        <dsp:cNvSpPr/>
      </dsp:nvSpPr>
      <dsp:spPr>
        <a:xfrm>
          <a:off x="493527" y="354171"/>
          <a:ext cx="9365534" cy="7083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2247" tIns="93980" rIns="93980" bIns="93980" numCol="1" spcCol="1270" anchor="ctr" anchorCtr="0">
          <a:noAutofit/>
        </a:bodyPr>
        <a:lstStyle/>
        <a:p>
          <a:pPr lvl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700" kern="1200" dirty="0" smtClean="0"/>
            <a:t>Инфраструктура как услуга</a:t>
          </a:r>
          <a:endParaRPr lang="ru-RU" sz="3700" kern="1200" dirty="0"/>
        </a:p>
      </dsp:txBody>
      <dsp:txXfrm>
        <a:off x="493527" y="354171"/>
        <a:ext cx="9365534" cy="708342"/>
      </dsp:txXfrm>
    </dsp:sp>
    <dsp:sp modelId="{EB675DE5-5D93-4043-8EDC-CF6E42B30E44}">
      <dsp:nvSpPr>
        <dsp:cNvPr id="0" name=""/>
        <dsp:cNvSpPr/>
      </dsp:nvSpPr>
      <dsp:spPr>
        <a:xfrm>
          <a:off x="50813" y="265628"/>
          <a:ext cx="885428" cy="8854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7E967A-5072-47CD-AEFF-80749FB6B393}">
      <dsp:nvSpPr>
        <dsp:cNvPr id="0" name=""/>
        <dsp:cNvSpPr/>
      </dsp:nvSpPr>
      <dsp:spPr>
        <a:xfrm>
          <a:off x="751010" y="1416684"/>
          <a:ext cx="9108052" cy="7083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2247" tIns="93980" rIns="93980" bIns="93980" numCol="1" spcCol="1270" anchor="ctr" anchorCtr="0">
          <a:noAutofit/>
        </a:bodyPr>
        <a:lstStyle/>
        <a:p>
          <a:pPr lvl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700" kern="1200" dirty="0" smtClean="0"/>
            <a:t>Платформа как услуга</a:t>
          </a:r>
          <a:endParaRPr lang="ru-RU" sz="3700" kern="1200" dirty="0"/>
        </a:p>
      </dsp:txBody>
      <dsp:txXfrm>
        <a:off x="751010" y="1416684"/>
        <a:ext cx="9108052" cy="708342"/>
      </dsp:txXfrm>
    </dsp:sp>
    <dsp:sp modelId="{D7E3F65E-8C37-456F-B609-D9671C0536D5}">
      <dsp:nvSpPr>
        <dsp:cNvPr id="0" name=""/>
        <dsp:cNvSpPr/>
      </dsp:nvSpPr>
      <dsp:spPr>
        <a:xfrm>
          <a:off x="308296" y="1328142"/>
          <a:ext cx="885428" cy="8854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49B2F6-F445-4CBE-9579-ED97B106DE0A}">
      <dsp:nvSpPr>
        <dsp:cNvPr id="0" name=""/>
        <dsp:cNvSpPr/>
      </dsp:nvSpPr>
      <dsp:spPr>
        <a:xfrm>
          <a:off x="493527" y="2479198"/>
          <a:ext cx="9365534" cy="7083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2247" tIns="93980" rIns="93980" bIns="93980" numCol="1" spcCol="1270" anchor="ctr" anchorCtr="0">
          <a:noAutofit/>
        </a:bodyPr>
        <a:lstStyle/>
        <a:p>
          <a:pPr lvl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700" kern="1200" dirty="0" smtClean="0"/>
            <a:t>Программное обеспечение как услуга</a:t>
          </a:r>
          <a:endParaRPr lang="ru-RU" sz="3700" kern="1200" dirty="0"/>
        </a:p>
      </dsp:txBody>
      <dsp:txXfrm>
        <a:off x="493527" y="2479198"/>
        <a:ext cx="9365534" cy="708342"/>
      </dsp:txXfrm>
    </dsp:sp>
    <dsp:sp modelId="{12776A85-8529-43B8-B493-210290934143}">
      <dsp:nvSpPr>
        <dsp:cNvPr id="0" name=""/>
        <dsp:cNvSpPr/>
      </dsp:nvSpPr>
      <dsp:spPr>
        <a:xfrm>
          <a:off x="50813" y="2390655"/>
          <a:ext cx="885428" cy="8854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49F487-86FC-4169-A9E6-E8B49CDCC400}">
      <dsp:nvSpPr>
        <dsp:cNvPr id="0" name=""/>
        <dsp:cNvSpPr/>
      </dsp:nvSpPr>
      <dsp:spPr>
        <a:xfrm>
          <a:off x="0" y="305655"/>
          <a:ext cx="99060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3A3C00-D13D-45B4-8A37-656C16274C59}">
      <dsp:nvSpPr>
        <dsp:cNvPr id="0" name=""/>
        <dsp:cNvSpPr/>
      </dsp:nvSpPr>
      <dsp:spPr>
        <a:xfrm>
          <a:off x="495300" y="10455"/>
          <a:ext cx="6934200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2096" tIns="0" rIns="262096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/>
            <a:t>Частное облако (</a:t>
          </a:r>
          <a:r>
            <a:rPr lang="en-US" sz="2000" kern="1200" dirty="0" smtClean="0"/>
            <a:t>private cloud) </a:t>
          </a:r>
          <a:endParaRPr lang="ru-RU" sz="2000" kern="1200" dirty="0"/>
        </a:p>
      </dsp:txBody>
      <dsp:txXfrm>
        <a:off x="524121" y="39276"/>
        <a:ext cx="6876558" cy="532758"/>
      </dsp:txXfrm>
    </dsp:sp>
    <dsp:sp modelId="{D8B87BED-68F0-45E8-B038-2D9062BFAD62}">
      <dsp:nvSpPr>
        <dsp:cNvPr id="0" name=""/>
        <dsp:cNvSpPr/>
      </dsp:nvSpPr>
      <dsp:spPr>
        <a:xfrm>
          <a:off x="0" y="1212856"/>
          <a:ext cx="99060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4AAE72-B988-474C-8059-4E2F5F7D5BDC}">
      <dsp:nvSpPr>
        <dsp:cNvPr id="0" name=""/>
        <dsp:cNvSpPr/>
      </dsp:nvSpPr>
      <dsp:spPr>
        <a:xfrm>
          <a:off x="495300" y="917656"/>
          <a:ext cx="6934200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2096" tIns="0" rIns="262096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/>
            <a:t>Публичное облако (</a:t>
          </a:r>
          <a:r>
            <a:rPr lang="en-US" sz="2000" kern="1200" dirty="0" smtClean="0"/>
            <a:t>public cloud) </a:t>
          </a:r>
          <a:endParaRPr lang="en-US" sz="2000" kern="1200" dirty="0"/>
        </a:p>
      </dsp:txBody>
      <dsp:txXfrm>
        <a:off x="524121" y="946477"/>
        <a:ext cx="6876558" cy="532758"/>
      </dsp:txXfrm>
    </dsp:sp>
    <dsp:sp modelId="{BB0042AD-0B63-4AC2-B943-8DE9344AA5BA}">
      <dsp:nvSpPr>
        <dsp:cNvPr id="0" name=""/>
        <dsp:cNvSpPr/>
      </dsp:nvSpPr>
      <dsp:spPr>
        <a:xfrm>
          <a:off x="0" y="2120056"/>
          <a:ext cx="99060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A275D8-6FC0-41CD-AB39-25DDCBB65932}">
      <dsp:nvSpPr>
        <dsp:cNvPr id="0" name=""/>
        <dsp:cNvSpPr/>
      </dsp:nvSpPr>
      <dsp:spPr>
        <a:xfrm>
          <a:off x="495300" y="1824856"/>
          <a:ext cx="6934200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2096" tIns="0" rIns="262096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/>
            <a:t>Общественное облако (</a:t>
          </a:r>
          <a:r>
            <a:rPr lang="en-US" sz="2000" kern="1200" dirty="0" smtClean="0"/>
            <a:t>community cloud) </a:t>
          </a:r>
          <a:endParaRPr lang="en-US" sz="2000" kern="1200" dirty="0"/>
        </a:p>
      </dsp:txBody>
      <dsp:txXfrm>
        <a:off x="524121" y="1853677"/>
        <a:ext cx="6876558" cy="532758"/>
      </dsp:txXfrm>
    </dsp:sp>
    <dsp:sp modelId="{5672ED5B-821E-4500-A8BE-41A360B0630E}">
      <dsp:nvSpPr>
        <dsp:cNvPr id="0" name=""/>
        <dsp:cNvSpPr/>
      </dsp:nvSpPr>
      <dsp:spPr>
        <a:xfrm>
          <a:off x="0" y="3027256"/>
          <a:ext cx="99060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32FB4D-C476-4F69-BC40-562B20C1D836}">
      <dsp:nvSpPr>
        <dsp:cNvPr id="0" name=""/>
        <dsp:cNvSpPr/>
      </dsp:nvSpPr>
      <dsp:spPr>
        <a:xfrm>
          <a:off x="495300" y="2732056"/>
          <a:ext cx="6934200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2096" tIns="0" rIns="262096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/>
            <a:t>Гибридное облако (</a:t>
          </a:r>
          <a:r>
            <a:rPr lang="en-US" sz="2000" kern="1200" dirty="0" smtClean="0"/>
            <a:t>hybrid cloud) </a:t>
          </a:r>
          <a:endParaRPr lang="en-US" sz="2000" kern="1200" dirty="0"/>
        </a:p>
      </dsp:txBody>
      <dsp:txXfrm>
        <a:off x="524121" y="2760877"/>
        <a:ext cx="6876558" cy="5327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FB6AC01-0500-4BF5-923D-21AC82974A0C}" type="datetimeFigureOut">
              <a:rPr lang="ru-RU" smtClean="0"/>
              <a:t>30.04.2021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3620824C-8AFF-4052-8677-A671D80A2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20240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6AC01-0500-4BF5-923D-21AC82974A0C}" type="datetimeFigureOut">
              <a:rPr lang="ru-RU" smtClean="0"/>
              <a:t>30.04.2021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0824C-8AFF-4052-8677-A671D80A2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96276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6AC01-0500-4BF5-923D-21AC82974A0C}" type="datetimeFigureOut">
              <a:rPr lang="ru-RU" smtClean="0"/>
              <a:t>30.04.2021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0824C-8AFF-4052-8677-A671D80A2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29509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6AC01-0500-4BF5-923D-21AC82974A0C}" type="datetimeFigureOut">
              <a:rPr lang="ru-RU" smtClean="0"/>
              <a:t>30.04.2021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0824C-8AFF-4052-8677-A671D80A2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86421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6AC01-0500-4BF5-923D-21AC82974A0C}" type="datetimeFigureOut">
              <a:rPr lang="ru-RU" smtClean="0"/>
              <a:t>30.04.2021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0824C-8AFF-4052-8677-A671D80A2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6860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6AC01-0500-4BF5-923D-21AC82974A0C}" type="datetimeFigureOut">
              <a:rPr lang="ru-RU" smtClean="0"/>
              <a:t>30.04.2021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0824C-8AFF-4052-8677-A671D80A2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69316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6AC01-0500-4BF5-923D-21AC82974A0C}" type="datetimeFigureOut">
              <a:rPr lang="ru-RU" smtClean="0"/>
              <a:t>30.04.2021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0824C-8AFF-4052-8677-A671D80A2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0381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6AC01-0500-4BF5-923D-21AC82974A0C}" type="datetimeFigureOut">
              <a:rPr lang="ru-RU" smtClean="0"/>
              <a:t>30.04.2021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0824C-8AFF-4052-8677-A671D80A2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07208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6AC01-0500-4BF5-923D-21AC82974A0C}" type="datetimeFigureOut">
              <a:rPr lang="ru-RU" smtClean="0"/>
              <a:t>30.04.2021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0824C-8AFF-4052-8677-A671D80A2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67417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6AC01-0500-4BF5-923D-21AC82974A0C}" type="datetimeFigureOut">
              <a:rPr lang="ru-RU" smtClean="0"/>
              <a:t>30.04.2021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0824C-8AFF-4052-8677-A671D80A2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9771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6AC01-0500-4BF5-923D-21AC82974A0C}" type="datetimeFigureOut">
              <a:rPr lang="ru-RU" smtClean="0"/>
              <a:t>30.04.2021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0824C-8AFF-4052-8677-A671D80A2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3990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6AC01-0500-4BF5-923D-21AC82974A0C}" type="datetimeFigureOut">
              <a:rPr lang="ru-RU" smtClean="0"/>
              <a:t>30.04.2021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0824C-8AFF-4052-8677-A671D80A2983}" type="slidenum">
              <a:rPr lang="ru-RU" smtClean="0"/>
              <a:t>‹#›</a:t>
            </a:fld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673522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6AC01-0500-4BF5-923D-21AC82974A0C}" type="datetimeFigureOut">
              <a:rPr lang="ru-RU" smtClean="0"/>
              <a:t>30.04.2021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0824C-8AFF-4052-8677-A671D80A2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2929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6AC01-0500-4BF5-923D-21AC82974A0C}" type="datetimeFigureOut">
              <a:rPr lang="ru-RU" smtClean="0"/>
              <a:t>30.04.2021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0824C-8AFF-4052-8677-A671D80A2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47139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6AC01-0500-4BF5-923D-21AC82974A0C}" type="datetimeFigureOut">
              <a:rPr lang="ru-RU" smtClean="0"/>
              <a:t>30.04.2021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0824C-8AFF-4052-8677-A671D80A2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74734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6AC01-0500-4BF5-923D-21AC82974A0C}" type="datetimeFigureOut">
              <a:rPr lang="ru-RU" smtClean="0"/>
              <a:t>30.04.2021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0824C-8AFF-4052-8677-A671D80A2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3824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6AC01-0500-4BF5-923D-21AC82974A0C}" type="datetimeFigureOut">
              <a:rPr lang="ru-RU" smtClean="0"/>
              <a:t>30.04.2021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0824C-8AFF-4052-8677-A671D80A2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95021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B6AC01-0500-4BF5-923D-21AC82974A0C}" type="datetimeFigureOut">
              <a:rPr lang="ru-RU" smtClean="0"/>
              <a:t>30.04.2021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0824C-8AFF-4052-8677-A671D80A2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49250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slide" Target="slide6.xml"/><Relationship Id="rId7" Type="http://schemas.openxmlformats.org/officeDocument/2006/relationships/slide" Target="slide10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5" Type="http://schemas.openxmlformats.org/officeDocument/2006/relationships/slide" Target="slide8.xml"/><Relationship Id="rId10" Type="http://schemas.openxmlformats.org/officeDocument/2006/relationships/slide" Target="slide13.xml"/><Relationship Id="rId4" Type="http://schemas.openxmlformats.org/officeDocument/2006/relationships/slide" Target="slide7.xml"/><Relationship Id="rId9" Type="http://schemas.openxmlformats.org/officeDocument/2006/relationships/slide" Target="slide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slide" Target="slide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Relationship Id="rId4" Type="http://schemas.openxmlformats.org/officeDocument/2006/relationships/slide" Target="sl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Relationship Id="rId4" Type="http://schemas.openxmlformats.org/officeDocument/2006/relationships/slide" Target="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Relationship Id="rId4" Type="http://schemas.openxmlformats.org/officeDocument/2006/relationships/slide" Target="slid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slide" Target="slide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 smtClean="0"/>
              <a:t>Классификация </a:t>
            </a:r>
            <a:br>
              <a:rPr lang="ru-RU" dirty="0" smtClean="0"/>
            </a:br>
            <a:r>
              <a:rPr lang="ru-RU" dirty="0" smtClean="0"/>
              <a:t>и основные модели облачных вычислений</a:t>
            </a:r>
            <a:endParaRPr lang="ru-RU" dirty="0"/>
          </a:p>
        </p:txBody>
      </p:sp>
      <p:pic>
        <p:nvPicPr>
          <p:cNvPr id="2050" name="Picture 2" descr="https://epnext.com/wp-content/uploads/2018/02/VMware-Daas.png"/>
          <p:cNvPicPr>
            <a:picLocks noChangeAspect="1" noChangeArrowheads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7557" y="3754026"/>
            <a:ext cx="4849307" cy="2727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5075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1413" y="287048"/>
            <a:ext cx="9905998" cy="1478570"/>
          </a:xfrm>
        </p:spPr>
        <p:txBody>
          <a:bodyPr/>
          <a:lstStyle/>
          <a:p>
            <a:r>
              <a:rPr lang="ru-RU" dirty="0" smtClean="0"/>
              <a:t>Облачные вычисления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1657350"/>
            <a:ext cx="9905999" cy="4549140"/>
          </a:xfrm>
        </p:spPr>
        <p:txBody>
          <a:bodyPr>
            <a:normAutofit lnSpcReduction="10000"/>
          </a:bodyPr>
          <a:lstStyle/>
          <a:p>
            <a:r>
              <a:rPr lang="ru-RU" b="1" dirty="0" smtClean="0">
                <a:hlinkClick r:id="rId2" action="ppaction://hlinksldjump"/>
              </a:rPr>
              <a:t>Понятие облачных вычислений</a:t>
            </a:r>
          </a:p>
          <a:p>
            <a:r>
              <a:rPr lang="ru-RU" b="1" dirty="0" smtClean="0">
                <a:hlinkClick r:id="rId2" action="ppaction://hlinksldjump"/>
              </a:rPr>
              <a:t>Классификация </a:t>
            </a:r>
            <a:r>
              <a:rPr lang="ru-RU" b="1" dirty="0">
                <a:hlinkClick r:id="rId2" action="ppaction://hlinksldjump"/>
              </a:rPr>
              <a:t>облачных </a:t>
            </a:r>
            <a:r>
              <a:rPr lang="ru-RU" b="1" dirty="0" smtClean="0">
                <a:hlinkClick r:id="rId2" action="ppaction://hlinksldjump"/>
              </a:rPr>
              <a:t>вычислений</a:t>
            </a:r>
            <a:endParaRPr lang="ru-RU" dirty="0" smtClean="0"/>
          </a:p>
          <a:p>
            <a:pPr lvl="1"/>
            <a:r>
              <a:rPr lang="ru-RU" dirty="0">
                <a:hlinkClick r:id="rId3" action="ppaction://hlinksldjump"/>
              </a:rPr>
              <a:t>Инфраструктура как </a:t>
            </a:r>
            <a:r>
              <a:rPr lang="ru-RU" dirty="0" smtClean="0">
                <a:hlinkClick r:id="rId3" action="ppaction://hlinksldjump"/>
              </a:rPr>
              <a:t>услуга</a:t>
            </a:r>
            <a:endParaRPr lang="ru-RU" dirty="0"/>
          </a:p>
          <a:p>
            <a:pPr lvl="1"/>
            <a:r>
              <a:rPr lang="ru-RU" dirty="0">
                <a:hlinkClick r:id="rId4" action="ppaction://hlinksldjump"/>
              </a:rPr>
              <a:t>Платформа как </a:t>
            </a:r>
            <a:r>
              <a:rPr lang="ru-RU" dirty="0" smtClean="0">
                <a:hlinkClick r:id="rId4" action="ppaction://hlinksldjump"/>
              </a:rPr>
              <a:t>услуга</a:t>
            </a:r>
            <a:endParaRPr lang="ru-RU" dirty="0"/>
          </a:p>
          <a:p>
            <a:pPr lvl="1"/>
            <a:r>
              <a:rPr lang="ru-RU" dirty="0">
                <a:hlinkClick r:id="rId5" action="ppaction://hlinksldjump"/>
              </a:rPr>
              <a:t>Программное обеспечение как </a:t>
            </a:r>
            <a:r>
              <a:rPr lang="ru-RU" dirty="0" smtClean="0">
                <a:hlinkClick r:id="rId5" action="ppaction://hlinksldjump"/>
              </a:rPr>
              <a:t>услуга</a:t>
            </a:r>
            <a:endParaRPr lang="ru-RU" dirty="0"/>
          </a:p>
          <a:p>
            <a:r>
              <a:rPr lang="ru-RU" b="1" dirty="0" smtClean="0">
                <a:hlinkClick r:id="rId6" action="ppaction://hlinksldjump"/>
              </a:rPr>
              <a:t>Модели </a:t>
            </a:r>
            <a:r>
              <a:rPr lang="ru-RU" b="1" dirty="0">
                <a:hlinkClick r:id="rId6" action="ppaction://hlinksldjump"/>
              </a:rPr>
              <a:t>развертывания облачных </a:t>
            </a:r>
            <a:r>
              <a:rPr lang="ru-RU" b="1" dirty="0" smtClean="0">
                <a:hlinkClick r:id="rId6" action="ppaction://hlinksldjump"/>
              </a:rPr>
              <a:t>сервисов</a:t>
            </a:r>
            <a:endParaRPr lang="ru-RU" b="1" dirty="0" smtClean="0"/>
          </a:p>
          <a:p>
            <a:pPr lvl="1"/>
            <a:r>
              <a:rPr lang="ru-RU" dirty="0" smtClean="0">
                <a:hlinkClick r:id="rId7" action="ppaction://hlinksldjump"/>
              </a:rPr>
              <a:t>Частное </a:t>
            </a:r>
            <a:r>
              <a:rPr lang="ru-RU" dirty="0" smtClean="0">
                <a:hlinkClick r:id="rId7" action="ppaction://hlinksldjump"/>
              </a:rPr>
              <a:t>облако</a:t>
            </a:r>
            <a:r>
              <a:rPr lang="en-US" dirty="0" smtClean="0">
                <a:hlinkClick r:id="rId7" action="ppaction://hlinksldjump"/>
              </a:rPr>
              <a:t> </a:t>
            </a:r>
            <a:endParaRPr lang="en-US" dirty="0"/>
          </a:p>
          <a:p>
            <a:pPr lvl="1"/>
            <a:r>
              <a:rPr lang="ru-RU" dirty="0">
                <a:hlinkClick r:id="rId8" action="ppaction://hlinksldjump"/>
              </a:rPr>
              <a:t>Публичное </a:t>
            </a:r>
            <a:r>
              <a:rPr lang="ru-RU" dirty="0" smtClean="0">
                <a:hlinkClick r:id="rId8" action="ppaction://hlinksldjump"/>
              </a:rPr>
              <a:t>облако</a:t>
            </a:r>
            <a:endParaRPr lang="ru-RU" dirty="0" smtClean="0"/>
          </a:p>
          <a:p>
            <a:pPr lvl="1"/>
            <a:r>
              <a:rPr lang="ru-RU" dirty="0" smtClean="0">
                <a:hlinkClick r:id="rId9" action="ppaction://hlinksldjump"/>
              </a:rPr>
              <a:t>Общественное облако</a:t>
            </a:r>
            <a:endParaRPr lang="en-US" dirty="0"/>
          </a:p>
          <a:p>
            <a:pPr lvl="1"/>
            <a:r>
              <a:rPr lang="ru-RU" dirty="0">
                <a:hlinkClick r:id="rId10" action="ppaction://hlinksldjump"/>
              </a:rPr>
              <a:t>Гибридное </a:t>
            </a:r>
            <a:r>
              <a:rPr lang="ru-RU" dirty="0" smtClean="0">
                <a:hlinkClick r:id="rId10" action="ppaction://hlinksldjump"/>
              </a:rPr>
              <a:t>облако</a:t>
            </a:r>
            <a:endParaRPr lang="en-US" dirty="0"/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88958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123196"/>
          </a:xfrm>
        </p:spPr>
        <p:txBody>
          <a:bodyPr/>
          <a:lstStyle/>
          <a:p>
            <a:r>
              <a:rPr lang="ru-RU" b="1" dirty="0"/>
              <a:t>Облачные вычисления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1141410" y="1915885"/>
            <a:ext cx="5929950" cy="422365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Облачные вычисления</a:t>
            </a:r>
            <a:r>
              <a:rPr lang="ru-RU" dirty="0"/>
              <a:t> – это модель для обеспечения повсеместного, удобного сетевого доступа по требованию к общему пулу настраиваемых вычислительных ресурсов (серверов, систем хранения данных, сетей, приложений, услуг), которые могут быть быстро предоставлены и запущены с минимальными усилиями по управлению или взаимодействие с поставщиком сервиса</a:t>
            </a:r>
            <a:endParaRPr lang="ru-RU" dirty="0"/>
          </a:p>
        </p:txBody>
      </p:sp>
      <p:pic>
        <p:nvPicPr>
          <p:cNvPr id="1026" name="Picture 2" descr="https://quizizz.com/_media/quizzes/2811ac74-5a8c-4d06-bc88-791ccb258f99_900_900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7450" y="2249486"/>
            <a:ext cx="3799961" cy="3541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Управляющая кнопка: домой 7">
            <a:hlinkClick r:id="rId3" action="ppaction://hlinksldjump" highlightClick="1"/>
          </p:cNvPr>
          <p:cNvSpPr/>
          <p:nvPr/>
        </p:nvSpPr>
        <p:spPr>
          <a:xfrm>
            <a:off x="10930433" y="6479176"/>
            <a:ext cx="409303" cy="287383"/>
          </a:xfrm>
          <a:prstGeom prst="actionButtonHom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6327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Классификация облачных </a:t>
            </a:r>
            <a:r>
              <a:rPr lang="ru-RU" b="1" dirty="0" smtClean="0"/>
              <a:t>вычислений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9180756"/>
              </p:ext>
            </p:extLst>
          </p:nvPr>
        </p:nvGraphicFramePr>
        <p:xfrm>
          <a:off x="1141413" y="2249488"/>
          <a:ext cx="99060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Управляющая кнопка: домой 2">
            <a:hlinkClick r:id="rId7" action="ppaction://hlinksldjump" highlightClick="1"/>
          </p:cNvPr>
          <p:cNvSpPr/>
          <p:nvPr/>
        </p:nvSpPr>
        <p:spPr>
          <a:xfrm>
            <a:off x="10930433" y="6479176"/>
            <a:ext cx="409303" cy="287383"/>
          </a:xfrm>
          <a:prstGeom prst="actionButtonHom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3771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D16D8D7-9CFD-4A69-B67E-8D3459EF49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B675DE5-5D93-4043-8EDC-CF6E42B30E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4F148C0-4675-41AF-B634-4F4ACCB85F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7E3F65E-8C37-456F-B609-D9671C0536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A7E967A-5072-47CD-AEFF-80749FB6B3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2776A85-8529-43B8-B493-2102909341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849B2F6-F445-4CBE-9579-ED97B106DE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модели обслуживания в облачных системах</a:t>
            </a:r>
          </a:p>
        </p:txBody>
      </p:sp>
      <p:pic>
        <p:nvPicPr>
          <p:cNvPr id="4" name="Объект 3" descr="Вырезка экрана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135" y="2097088"/>
            <a:ext cx="7379730" cy="4448492"/>
          </a:xfrm>
        </p:spPr>
      </p:pic>
      <p:sp>
        <p:nvSpPr>
          <p:cNvPr id="5" name="Управляющая кнопка: домой 4">
            <a:hlinkClick r:id="rId4" action="ppaction://hlinksldjump" highlightClick="1"/>
          </p:cNvPr>
          <p:cNvSpPr/>
          <p:nvPr/>
        </p:nvSpPr>
        <p:spPr>
          <a:xfrm>
            <a:off x="10930433" y="6479176"/>
            <a:ext cx="409303" cy="287383"/>
          </a:xfrm>
          <a:prstGeom prst="actionButtonHom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3663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187422"/>
          </a:xfrm>
        </p:spPr>
        <p:txBody>
          <a:bodyPr/>
          <a:lstStyle/>
          <a:p>
            <a:r>
              <a:rPr lang="ru-RU" dirty="0"/>
              <a:t>Инфраструктура как </a:t>
            </a:r>
            <a:r>
              <a:rPr lang="ru-RU" dirty="0" smtClean="0"/>
              <a:t>услуга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141413" y="1943100"/>
            <a:ext cx="5133660" cy="36957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Infrastructure As A Service</a:t>
            </a:r>
            <a:r>
              <a:rPr lang="ru-RU" b="1" dirty="0" smtClean="0"/>
              <a:t>:</a:t>
            </a:r>
          </a:p>
          <a:p>
            <a:r>
              <a:rPr lang="ru-RU" dirty="0" smtClean="0"/>
              <a:t>пользователю </a:t>
            </a:r>
            <a:r>
              <a:rPr lang="ru-RU" dirty="0"/>
              <a:t>предоставляется компьютерная инфраструктура, обычно виртуальные платформы (компьютеры) связанные в сеть, которые он самостоятельно настраивает под собственные </a:t>
            </a:r>
            <a:r>
              <a:rPr lang="ru-RU" dirty="0" smtClean="0"/>
              <a:t>цели</a:t>
            </a:r>
            <a:endParaRPr lang="ru-RU" dirty="0"/>
          </a:p>
        </p:txBody>
      </p:sp>
      <p:pic>
        <p:nvPicPr>
          <p:cNvPr id="1026" name="Picture 2" descr="https://itgap.ru/static/uploads/posts/2020/04/07/be3600b112873001815c9b1ddf94b8a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0320" y="2097088"/>
            <a:ext cx="5245735" cy="313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Управляющая кнопка: домой 4">
            <a:hlinkClick r:id="rId3" action="ppaction://hlinksldjump" highlightClick="1"/>
          </p:cNvPr>
          <p:cNvSpPr/>
          <p:nvPr/>
        </p:nvSpPr>
        <p:spPr>
          <a:xfrm>
            <a:off x="10930433" y="6479176"/>
            <a:ext cx="409303" cy="287383"/>
          </a:xfrm>
          <a:prstGeom prst="actionButtonHom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Управляющая кнопка: возврат 3">
            <a:hlinkClick r:id="rId4" action="ppaction://hlinksldjump" highlightClick="1"/>
          </p:cNvPr>
          <p:cNvSpPr/>
          <p:nvPr/>
        </p:nvSpPr>
        <p:spPr>
          <a:xfrm>
            <a:off x="10467699" y="6479176"/>
            <a:ext cx="410400" cy="287383"/>
          </a:xfrm>
          <a:prstGeom prst="actionButtonRetur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0578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1413" y="244052"/>
            <a:ext cx="9905998" cy="1123196"/>
          </a:xfrm>
        </p:spPr>
        <p:txBody>
          <a:bodyPr/>
          <a:lstStyle/>
          <a:p>
            <a:r>
              <a:rPr lang="ru-RU" dirty="0"/>
              <a:t>Платформа как </a:t>
            </a:r>
            <a:r>
              <a:rPr lang="ru-RU" dirty="0" smtClean="0"/>
              <a:t>услуга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half" idx="1"/>
          </p:nvPr>
        </p:nvSpPr>
        <p:spPr>
          <a:xfrm>
            <a:off x="896983" y="1367248"/>
            <a:ext cx="6291022" cy="497976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 err="1" smtClean="0"/>
              <a:t>PaaS</a:t>
            </a:r>
            <a:r>
              <a:rPr lang="ru-RU" b="1" dirty="0" smtClean="0"/>
              <a:t> </a:t>
            </a:r>
            <a:r>
              <a:rPr lang="ru-RU" b="1" dirty="0" err="1" smtClean="0"/>
              <a:t>Platform</a:t>
            </a:r>
            <a:r>
              <a:rPr lang="ru-RU" b="1" dirty="0"/>
              <a:t> </a:t>
            </a:r>
            <a:r>
              <a:rPr lang="ru-RU" b="1" dirty="0" err="1" smtClean="0"/>
              <a:t>as</a:t>
            </a:r>
            <a:r>
              <a:rPr lang="ru-RU" b="1" dirty="0" smtClean="0"/>
              <a:t> a </a:t>
            </a:r>
            <a:r>
              <a:rPr lang="ru-RU" b="1" dirty="0" err="1" smtClean="0"/>
              <a:t>Service</a:t>
            </a:r>
            <a:r>
              <a:rPr lang="ru-RU" b="1" dirty="0"/>
              <a:t>:</a:t>
            </a:r>
            <a:endParaRPr lang="ru-RU" b="1" dirty="0" smtClean="0"/>
          </a:p>
          <a:p>
            <a:r>
              <a:rPr lang="ru-RU" dirty="0" smtClean="0"/>
              <a:t>Модель</a:t>
            </a:r>
            <a:r>
              <a:rPr lang="ru-RU" dirty="0"/>
              <a:t>, когда потребителю предоставляется возможность использования облачной инфраструктуры для размещения базового ПО для последующего размещения на нём новых или существующих </a:t>
            </a:r>
            <a:r>
              <a:rPr lang="ru-RU" dirty="0" smtClean="0"/>
              <a:t>приложений.</a:t>
            </a:r>
          </a:p>
          <a:p>
            <a:r>
              <a:rPr lang="ru-RU" dirty="0" smtClean="0"/>
              <a:t>В </a:t>
            </a:r>
            <a:r>
              <a:rPr lang="ru-RU" dirty="0"/>
              <a:t>состав таких платформ входят инструментальные средства создания, тестирования и выполнения прикладного ПО (системы управления базами данных, связующее ПО, среды исполнения языков программирования), предоставляемые облачным </a:t>
            </a:r>
            <a:r>
              <a:rPr lang="ru-RU" dirty="0" smtClean="0"/>
              <a:t>провайдером.</a:t>
            </a:r>
            <a:endParaRPr lang="ru-RU" dirty="0"/>
          </a:p>
        </p:txBody>
      </p:sp>
      <p:pic>
        <p:nvPicPr>
          <p:cNvPr id="2050" name="Picture 2" descr="https://images.edrawmax.com/images/knowledge/aws-diagram/paas.jpg"/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0" t="9415" r="6022"/>
          <a:stretch/>
        </p:blipFill>
        <p:spPr bwMode="auto">
          <a:xfrm>
            <a:off x="7188005" y="2347510"/>
            <a:ext cx="4288665" cy="2936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Управляющая кнопка: домой 4">
            <a:hlinkClick r:id="rId3" action="ppaction://hlinksldjump" highlightClick="1"/>
          </p:cNvPr>
          <p:cNvSpPr/>
          <p:nvPr/>
        </p:nvSpPr>
        <p:spPr>
          <a:xfrm>
            <a:off x="10930433" y="6479176"/>
            <a:ext cx="409303" cy="287383"/>
          </a:xfrm>
          <a:prstGeom prst="actionButtonHom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Управляющая кнопка: возврат 6">
            <a:hlinkClick r:id="rId4" action="ppaction://hlinksldjump" highlightClick="1"/>
          </p:cNvPr>
          <p:cNvSpPr/>
          <p:nvPr/>
        </p:nvSpPr>
        <p:spPr>
          <a:xfrm>
            <a:off x="10467699" y="6479176"/>
            <a:ext cx="410400" cy="287383"/>
          </a:xfrm>
          <a:prstGeom prst="actionButtonRetur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05160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171645"/>
          </a:xfrm>
        </p:spPr>
        <p:txBody>
          <a:bodyPr/>
          <a:lstStyle/>
          <a:p>
            <a:r>
              <a:rPr lang="ru-RU" dirty="0"/>
              <a:t>Программное обеспечение как </a:t>
            </a:r>
            <a:r>
              <a:rPr lang="ru-RU" dirty="0" smtClean="0"/>
              <a:t>услуга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746975" y="1790163"/>
            <a:ext cx="5890257" cy="456760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 err="1" smtClean="0"/>
              <a:t>Software</a:t>
            </a:r>
            <a:r>
              <a:rPr lang="ru-RU" b="1" dirty="0" smtClean="0"/>
              <a:t> </a:t>
            </a:r>
            <a:r>
              <a:rPr lang="ru-RU" b="1" dirty="0" err="1" smtClean="0"/>
              <a:t>As</a:t>
            </a:r>
            <a:r>
              <a:rPr lang="ru-RU" b="1" dirty="0" smtClean="0"/>
              <a:t> A </a:t>
            </a:r>
            <a:r>
              <a:rPr lang="ru-RU" b="1" dirty="0" err="1" smtClean="0"/>
              <a:t>Service</a:t>
            </a:r>
            <a:r>
              <a:rPr lang="ru-RU" b="1" dirty="0"/>
              <a:t>:</a:t>
            </a:r>
            <a:endParaRPr lang="ru-RU" b="1" dirty="0" smtClean="0"/>
          </a:p>
          <a:p>
            <a:r>
              <a:rPr lang="ru-RU" dirty="0" smtClean="0"/>
              <a:t>Обычно позиционируется </a:t>
            </a:r>
            <a:r>
              <a:rPr lang="ru-RU" dirty="0"/>
              <a:t>как </a:t>
            </a:r>
            <a:r>
              <a:rPr lang="ru-RU" dirty="0" smtClean="0"/>
              <a:t>«ПО </a:t>
            </a:r>
            <a:r>
              <a:rPr lang="ru-RU" dirty="0" err="1" smtClean="0"/>
              <a:t>по</a:t>
            </a:r>
            <a:r>
              <a:rPr lang="ru-RU" dirty="0" smtClean="0"/>
              <a:t> </a:t>
            </a:r>
            <a:r>
              <a:rPr lang="ru-RU" dirty="0"/>
              <a:t>требованию</a:t>
            </a:r>
            <a:r>
              <a:rPr lang="ru-RU" dirty="0" smtClean="0"/>
              <a:t>» - это ПО, </a:t>
            </a:r>
            <a:r>
              <a:rPr lang="ru-RU" dirty="0"/>
              <a:t>развернутое на удаленных серверах и пользователь может получать к нему доступ посредством Интернета, причем все вопросы обновления и лицензий на данное программное обеспечение регулируется поставщиком данной </a:t>
            </a:r>
            <a:r>
              <a:rPr lang="ru-RU" dirty="0" smtClean="0"/>
              <a:t>услуги.</a:t>
            </a:r>
          </a:p>
          <a:p>
            <a:r>
              <a:rPr lang="ru-RU" dirty="0" smtClean="0"/>
              <a:t>Оплата </a:t>
            </a:r>
            <a:r>
              <a:rPr lang="ru-RU" dirty="0" smtClean="0"/>
              <a:t>производиться </a:t>
            </a:r>
            <a:r>
              <a:rPr lang="ru-RU" dirty="0"/>
              <a:t>за фактическое использование </a:t>
            </a:r>
            <a:r>
              <a:rPr lang="ru-RU" dirty="0" smtClean="0"/>
              <a:t>ПО.</a:t>
            </a:r>
            <a:endParaRPr lang="ru-RU" dirty="0"/>
          </a:p>
        </p:txBody>
      </p:sp>
      <p:pic>
        <p:nvPicPr>
          <p:cNvPr id="1026" name="Picture 2" descr="https://pbs.twimg.com/media/DexgUmRVAAEtSi2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4904" y="2256412"/>
            <a:ext cx="4410180" cy="3191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Управляющая кнопка: домой 4">
            <a:hlinkClick r:id="rId3" action="ppaction://hlinksldjump" highlightClick="1"/>
          </p:cNvPr>
          <p:cNvSpPr/>
          <p:nvPr/>
        </p:nvSpPr>
        <p:spPr>
          <a:xfrm>
            <a:off x="10930433" y="6479176"/>
            <a:ext cx="409303" cy="287383"/>
          </a:xfrm>
          <a:prstGeom prst="actionButtonHom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Управляющая кнопка: возврат 5">
            <a:hlinkClick r:id="rId4" action="ppaction://hlinksldjump" highlightClick="1"/>
          </p:cNvPr>
          <p:cNvSpPr/>
          <p:nvPr/>
        </p:nvSpPr>
        <p:spPr>
          <a:xfrm>
            <a:off x="10467699" y="6479176"/>
            <a:ext cx="410400" cy="287383"/>
          </a:xfrm>
          <a:prstGeom prst="actionButtonRetur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3094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Модели развертывания облачных сервисов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6131530"/>
              </p:ext>
            </p:extLst>
          </p:nvPr>
        </p:nvGraphicFramePr>
        <p:xfrm>
          <a:off x="1141413" y="2249488"/>
          <a:ext cx="99060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Управляющая кнопка: домой 4">
            <a:hlinkClick r:id="rId7" action="ppaction://hlinksldjump" highlightClick="1"/>
          </p:cNvPr>
          <p:cNvSpPr/>
          <p:nvPr/>
        </p:nvSpPr>
        <p:spPr>
          <a:xfrm>
            <a:off x="10930433" y="6479176"/>
            <a:ext cx="409303" cy="287383"/>
          </a:xfrm>
          <a:prstGeom prst="actionButtonHom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5116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73A3C00-D13D-45B4-8A37-656C16274C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74AAE72-B988-474C-8059-4E2F5F7D5B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3A275D8-6FC0-41CD-AB39-25DDCBB659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732FB4D-C476-4F69-BC40-562B20C1D8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lvl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Частное облако (</a:t>
            </a:r>
            <a:r>
              <a:rPr lang="en-US" dirty="0"/>
              <a:t>private cloud)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3842703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ru-RU" dirty="0"/>
              <a:t>Частное облако (</a:t>
            </a:r>
            <a:r>
              <a:rPr lang="en-US" dirty="0"/>
              <a:t>private cloud) – </a:t>
            </a:r>
            <a:r>
              <a:rPr lang="ru-RU" dirty="0" smtClean="0"/>
              <a:t>инфраструктура</a:t>
            </a:r>
            <a:r>
              <a:rPr lang="ru-RU" dirty="0"/>
              <a:t>, предназначенная для использования одной организацией, включающей несколько потребителей (например, подразделений одной организации), возможно также клиентами и подрядчиками данной организации. </a:t>
            </a:r>
            <a:endParaRPr lang="ru-RU" dirty="0" smtClean="0"/>
          </a:p>
          <a:p>
            <a:pPr>
              <a:spcBef>
                <a:spcPts val="1800"/>
              </a:spcBef>
            </a:pPr>
            <a:r>
              <a:rPr lang="ru-RU" dirty="0" smtClean="0"/>
              <a:t>Частное </a:t>
            </a:r>
            <a:r>
              <a:rPr lang="ru-RU" dirty="0"/>
              <a:t>облако может находиться в собственности, управлении и эксплуатации как самой организации, так и третьей стороны (или какой -либо их комбинации), и оно может физически существовать как внутри, так и вне юрисдикции владельца.</a:t>
            </a:r>
          </a:p>
        </p:txBody>
      </p:sp>
      <p:sp>
        <p:nvSpPr>
          <p:cNvPr id="4" name="Управляющая кнопка: домой 3">
            <a:hlinkClick r:id="rId2" action="ppaction://hlinksldjump" highlightClick="1"/>
          </p:cNvPr>
          <p:cNvSpPr/>
          <p:nvPr/>
        </p:nvSpPr>
        <p:spPr>
          <a:xfrm>
            <a:off x="10930433" y="6479176"/>
            <a:ext cx="409303" cy="287383"/>
          </a:xfrm>
          <a:prstGeom prst="actionButtonHom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Управляющая кнопка: возврат 4">
            <a:hlinkClick r:id="rId3" action="ppaction://hlinksldjump" highlightClick="1"/>
          </p:cNvPr>
          <p:cNvSpPr/>
          <p:nvPr/>
        </p:nvSpPr>
        <p:spPr>
          <a:xfrm>
            <a:off x="10467699" y="6479176"/>
            <a:ext cx="410400" cy="287383"/>
          </a:xfrm>
          <a:prstGeom prst="actionButtonRetur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64930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Публичное облако (</a:t>
            </a:r>
            <a:r>
              <a:rPr lang="en-US" dirty="0"/>
              <a:t>public cloud)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2097088"/>
            <a:ext cx="9905999" cy="3926521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ru-RU" dirty="0"/>
              <a:t>Публичное облако (</a:t>
            </a:r>
            <a:r>
              <a:rPr lang="ru-RU" dirty="0" err="1"/>
              <a:t>public</a:t>
            </a:r>
            <a:r>
              <a:rPr lang="ru-RU" dirty="0"/>
              <a:t> </a:t>
            </a:r>
            <a:r>
              <a:rPr lang="ru-RU" dirty="0" err="1"/>
              <a:t>cloud</a:t>
            </a:r>
            <a:r>
              <a:rPr lang="ru-RU" dirty="0"/>
              <a:t>) – инфраструктура, предназначенная для свободного использования широкой </a:t>
            </a:r>
            <a:r>
              <a:rPr lang="ru-RU" dirty="0" smtClean="0"/>
              <a:t>публикой.</a:t>
            </a:r>
          </a:p>
          <a:p>
            <a:pPr>
              <a:spcBef>
                <a:spcPts val="1800"/>
              </a:spcBef>
            </a:pPr>
            <a:r>
              <a:rPr lang="ru-RU" dirty="0" smtClean="0"/>
              <a:t>Публичное </a:t>
            </a:r>
            <a:r>
              <a:rPr lang="ru-RU" dirty="0"/>
              <a:t>облако может находиться в собственности, управлении и эксплуатации коммерческих, научных и правительственных организаций (или какой - либо их комбинации</a:t>
            </a:r>
            <a:r>
              <a:rPr lang="ru-RU" dirty="0" smtClean="0"/>
              <a:t>).</a:t>
            </a:r>
          </a:p>
          <a:p>
            <a:pPr>
              <a:spcBef>
                <a:spcPts val="1800"/>
              </a:spcBef>
            </a:pPr>
            <a:r>
              <a:rPr lang="ru-RU" dirty="0" smtClean="0"/>
              <a:t>Публичное </a:t>
            </a:r>
            <a:r>
              <a:rPr lang="ru-RU" dirty="0"/>
              <a:t>облако физически существует в юрисдикции владельца – поставщика услуг.</a:t>
            </a:r>
          </a:p>
        </p:txBody>
      </p:sp>
      <p:sp>
        <p:nvSpPr>
          <p:cNvPr id="4" name="Управляющая кнопка: домой 3">
            <a:hlinkClick r:id="rId2" action="ppaction://hlinksldjump" highlightClick="1"/>
          </p:cNvPr>
          <p:cNvSpPr/>
          <p:nvPr/>
        </p:nvSpPr>
        <p:spPr>
          <a:xfrm>
            <a:off x="10930433" y="6479176"/>
            <a:ext cx="409303" cy="287383"/>
          </a:xfrm>
          <a:prstGeom prst="actionButtonHom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Управляющая кнопка: возврат 4">
            <a:hlinkClick r:id="rId3" action="ppaction://hlinksldjump" highlightClick="1"/>
          </p:cNvPr>
          <p:cNvSpPr/>
          <p:nvPr/>
        </p:nvSpPr>
        <p:spPr>
          <a:xfrm>
            <a:off x="10467699" y="6479176"/>
            <a:ext cx="410400" cy="287383"/>
          </a:xfrm>
          <a:prstGeom prst="actionButtonRetur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70444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Общественное облако (</a:t>
            </a:r>
            <a:r>
              <a:rPr lang="en-US" dirty="0"/>
              <a:t>community cloud)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3876993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ru-RU" dirty="0"/>
              <a:t>Общественное облако (</a:t>
            </a:r>
            <a:r>
              <a:rPr lang="ru-RU" dirty="0" err="1"/>
              <a:t>community</a:t>
            </a:r>
            <a:r>
              <a:rPr lang="ru-RU" dirty="0"/>
              <a:t> </a:t>
            </a:r>
            <a:r>
              <a:rPr lang="ru-RU" dirty="0" err="1"/>
              <a:t>cloud</a:t>
            </a:r>
            <a:r>
              <a:rPr lang="ru-RU" dirty="0"/>
              <a:t>) – вид инфраструктуры, предназначенный для использования конкретным сообществом потребителей из организаций, имеющих общие </a:t>
            </a:r>
            <a:r>
              <a:rPr lang="ru-RU" dirty="0" smtClean="0"/>
              <a:t>задачи.</a:t>
            </a:r>
          </a:p>
          <a:p>
            <a:pPr>
              <a:spcBef>
                <a:spcPts val="1800"/>
              </a:spcBef>
            </a:pPr>
            <a:r>
              <a:rPr lang="ru-RU" dirty="0" smtClean="0"/>
              <a:t>Общественное </a:t>
            </a:r>
            <a:r>
              <a:rPr lang="ru-RU" dirty="0"/>
              <a:t>облако может находиться в кооперативной (совместной) собственности, управлении и эксплуатации одной или более из организаций сообщества или третьей стороны (или какой-либо их комбинации), и оно может физически существовать как внутри, так и вне юрисдикции владельца.</a:t>
            </a:r>
          </a:p>
        </p:txBody>
      </p:sp>
      <p:sp>
        <p:nvSpPr>
          <p:cNvPr id="4" name="Управляющая кнопка: домой 3">
            <a:hlinkClick r:id="rId2" action="ppaction://hlinksldjump" highlightClick="1"/>
          </p:cNvPr>
          <p:cNvSpPr/>
          <p:nvPr/>
        </p:nvSpPr>
        <p:spPr>
          <a:xfrm>
            <a:off x="10930433" y="6479176"/>
            <a:ext cx="409303" cy="287383"/>
          </a:xfrm>
          <a:prstGeom prst="actionButtonHom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Управляющая кнопка: возврат 4">
            <a:hlinkClick r:id="rId3" action="ppaction://hlinksldjump" highlightClick="1"/>
          </p:cNvPr>
          <p:cNvSpPr/>
          <p:nvPr/>
        </p:nvSpPr>
        <p:spPr>
          <a:xfrm>
            <a:off x="10467699" y="6479176"/>
            <a:ext cx="410400" cy="287383"/>
          </a:xfrm>
          <a:prstGeom prst="actionButtonRetur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58759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Гибридное облако (</a:t>
            </a:r>
            <a:r>
              <a:rPr lang="en-US" dirty="0"/>
              <a:t>hybrid cloud)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Гибридное облако (</a:t>
            </a:r>
            <a:r>
              <a:rPr lang="ru-RU" dirty="0" err="1"/>
              <a:t>hybrid</a:t>
            </a:r>
            <a:r>
              <a:rPr lang="ru-RU" dirty="0"/>
              <a:t> </a:t>
            </a:r>
            <a:r>
              <a:rPr lang="ru-RU" dirty="0" err="1"/>
              <a:t>cloud</a:t>
            </a:r>
            <a:r>
              <a:rPr lang="ru-RU" dirty="0"/>
              <a:t>) – это комбинация из двух или более различных облачных инфраструктур (частных, публичных или общественных), остающихся уникальными объектами, но связанных между собой стандартизованными или частными технологиями передачи данных и приложений (например, кратковременное использование ресурсов публичных облаков для балансировки нагрузки между облаками).</a:t>
            </a:r>
          </a:p>
        </p:txBody>
      </p:sp>
      <p:sp>
        <p:nvSpPr>
          <p:cNvPr id="4" name="Управляющая кнопка: домой 3">
            <a:hlinkClick r:id="rId2" action="ppaction://hlinksldjump" highlightClick="1"/>
          </p:cNvPr>
          <p:cNvSpPr/>
          <p:nvPr/>
        </p:nvSpPr>
        <p:spPr>
          <a:xfrm>
            <a:off x="10930433" y="6479176"/>
            <a:ext cx="409303" cy="287383"/>
          </a:xfrm>
          <a:prstGeom prst="actionButtonHom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Управляющая кнопка: возврат 4">
            <a:hlinkClick r:id="rId3" action="ppaction://hlinksldjump" highlightClick="1"/>
          </p:cNvPr>
          <p:cNvSpPr/>
          <p:nvPr/>
        </p:nvSpPr>
        <p:spPr>
          <a:xfrm>
            <a:off x="10467699" y="6479176"/>
            <a:ext cx="410400" cy="287383"/>
          </a:xfrm>
          <a:prstGeom prst="actionButtonRetur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6572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Контур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TM04033919[[fn=Контур]]</Template>
  <TotalTime>217</TotalTime>
  <Words>548</Words>
  <PresentationFormat>Широкоэкранный</PresentationFormat>
  <Paragraphs>47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Tw Cen MT</vt:lpstr>
      <vt:lpstr>Контур</vt:lpstr>
      <vt:lpstr>Классификация  и основные модели облачных вычислений</vt:lpstr>
      <vt:lpstr>Облачные вычисления</vt:lpstr>
      <vt:lpstr>Облачные вычисления</vt:lpstr>
      <vt:lpstr>Классификация облачных вычислений</vt:lpstr>
      <vt:lpstr>Основные модели обслуживания в облачных системах</vt:lpstr>
      <vt:lpstr>Инфраструктура как услуга</vt:lpstr>
      <vt:lpstr>Платформа как услуга</vt:lpstr>
      <vt:lpstr>Программное обеспечение как услуга</vt:lpstr>
      <vt:lpstr>Модели развертывания облачных сервисов</vt:lpstr>
      <vt:lpstr>Частное облако (private cloud) </vt:lpstr>
      <vt:lpstr>Публичное облако (public cloud) </vt:lpstr>
      <vt:lpstr>Общественное облако (community cloud) </vt:lpstr>
      <vt:lpstr>Гибридное облако (hybrid cloud)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2021-04-29T10:05:08Z</dcterms:created>
  <dcterms:modified xsi:type="dcterms:W3CDTF">2021-04-30T13:02:04Z</dcterms:modified>
</cp:coreProperties>
</file>