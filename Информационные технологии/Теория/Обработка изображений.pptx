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9" r:id="rId9"/>
    <p:sldId id="270" r:id="rId10"/>
    <p:sldId id="271" r:id="rId11"/>
    <p:sldId id="267" r:id="rId12"/>
    <p:sldId id="275" r:id="rId13"/>
    <p:sldId id="276" r:id="rId14"/>
    <p:sldId id="272" r:id="rId15"/>
    <p:sldId id="273" r:id="rId16"/>
    <p:sldId id="274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897" autoAdjust="0"/>
  </p:normalViewPr>
  <p:slideViewPr>
    <p:cSldViewPr>
      <p:cViewPr>
        <p:scale>
          <a:sx n="59" d="100"/>
          <a:sy n="59" d="100"/>
        </p:scale>
        <p:origin x="-1602" y="-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E816C-874C-47DE-A213-87659EECC23F}" type="datetimeFigureOut">
              <a:rPr lang="ru-RU" smtClean="0"/>
              <a:t>05.03.2021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D43366-D589-4596-A9CF-040911428F6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2768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Здесь вы сможете найти подсказки,</a:t>
            </a:r>
            <a:r>
              <a:rPr lang="ru-RU" baseline="0" dirty="0" smtClean="0"/>
              <a:t> как выполнять задания. </a:t>
            </a:r>
          </a:p>
          <a:p>
            <a:r>
              <a:rPr lang="ru-RU" baseline="0" dirty="0" smtClean="0"/>
              <a:t>Все задания необходимо выполнять непосредственно в этом файле, используя возможности </a:t>
            </a:r>
            <a:r>
              <a:rPr lang="en-US" baseline="0" dirty="0" smtClean="0"/>
              <a:t>Power Point</a:t>
            </a:r>
            <a:r>
              <a:rPr lang="ru-RU" baseline="0" dirty="0" smtClean="0"/>
              <a:t>, никакие сторонние программы использовать не нужно.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604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Разгруппируйте рисунок (На панели инструментов или из</a:t>
            </a:r>
            <a:r>
              <a:rPr lang="ru-RU" baseline="0" dirty="0" smtClean="0"/>
              <a:t> контекстного меню). После этого измените цвет отдельных элементов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21343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Разгруппируйте рисунок.</a:t>
            </a:r>
            <a:r>
              <a:rPr lang="ru-RU" baseline="0" dirty="0" smtClean="0"/>
              <a:t> Выделите фон, выполните команду в меню Повернуть (Отразить слева направо). Измените цвет фона.</a:t>
            </a:r>
          </a:p>
          <a:p>
            <a:r>
              <a:rPr lang="ru-RU" dirty="0" smtClean="0"/>
              <a:t>Скопируйте «кусты», измените размер.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488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см.</a:t>
            </a:r>
            <a:r>
              <a:rPr lang="ru-RU" baseline="0" dirty="0" smtClean="0"/>
              <a:t> заметки к предыдущим слайдам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606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Используйте обрезку изображения, изменение параметров цвета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281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Измените Формат/Цвет</a:t>
            </a:r>
          </a:p>
          <a:p>
            <a:r>
              <a:rPr lang="ru-RU" dirty="0" smtClean="0"/>
              <a:t>Стиль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6743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Выделите рисунок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Щелкните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«Формат»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&gt;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«Цвет»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Выберите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«Установить прозрачный цвет»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изменения вида указателя отметьте цвет, который хотите сделать прозрачным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dirty="0" smtClean="0"/>
              <a:t>(</a:t>
            </a:r>
            <a:r>
              <a:rPr lang="ru-RU" baseline="0" dirty="0" smtClean="0"/>
              <a:t>щелкните мышью на белом фоне).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229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Используйте: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dirty="0" smtClean="0"/>
              <a:t>Отражение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dirty="0" smtClean="0"/>
              <a:t>Художественные</a:t>
            </a:r>
            <a:r>
              <a:rPr lang="ru-RU" baseline="0" dirty="0" smtClean="0"/>
              <a:t> эффекты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ru-RU" baseline="0" dirty="0" smtClean="0"/>
              <a:t>Стиль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1242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Скопируйте стрелку, измените ее направление и внешний вид. Создайте еще 12 копий. </a:t>
            </a:r>
          </a:p>
          <a:p>
            <a:r>
              <a:rPr lang="ru-RU" dirty="0" smtClean="0"/>
              <a:t>Одну из стрелок переместите в левый</a:t>
            </a:r>
            <a:r>
              <a:rPr lang="ru-RU" baseline="0" dirty="0" smtClean="0"/>
              <a:t> нижний угол слайда, другую – в правый нижний. </a:t>
            </a:r>
            <a:endParaRPr lang="ru-RU" dirty="0" smtClean="0"/>
          </a:p>
          <a:p>
            <a:r>
              <a:rPr lang="ru-RU" dirty="0" smtClean="0"/>
              <a:t>После чего выделите все стрелки (через захват) и примените команды из меню</a:t>
            </a:r>
            <a:r>
              <a:rPr lang="ru-RU" baseline="0" dirty="0" smtClean="0"/>
              <a:t> Формат/Выровнять (выровнять по нижнему краю и Распределить по горизонтали)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2371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Скопируйте и вставьте 5 </a:t>
            </a:r>
            <a:r>
              <a:rPr lang="ru-RU" baseline="0" dirty="0" smtClean="0"/>
              <a:t>окружностей.</a:t>
            </a:r>
          </a:p>
          <a:p>
            <a:r>
              <a:rPr lang="ru-RU" baseline="0" dirty="0" smtClean="0"/>
              <a:t>Последовательно уменьшайте размер каждой окружности.</a:t>
            </a:r>
          </a:p>
          <a:p>
            <a:r>
              <a:rPr lang="ru-RU" baseline="0" dirty="0" smtClean="0"/>
              <a:t>Выделите все фигуры, </a:t>
            </a:r>
            <a:r>
              <a:rPr lang="ru-RU" dirty="0" smtClean="0"/>
              <a:t>примените команды из меню</a:t>
            </a:r>
            <a:r>
              <a:rPr lang="ru-RU" baseline="0" dirty="0" smtClean="0"/>
              <a:t> Формат/Выровнять (выровнять по центру и выровнять по середине)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580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Скопируйте рисунок, с помощью</a:t>
            </a:r>
            <a:r>
              <a:rPr lang="ru-RU" baseline="0" dirty="0" smtClean="0"/>
              <a:t> обрезки удалите лишние области.</a:t>
            </a:r>
          </a:p>
          <a:p>
            <a:r>
              <a:rPr lang="ru-RU" baseline="0" dirty="0" smtClean="0"/>
              <a:t>Добавьте «облачко» из меню Вставка/Фигуры/Выноски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806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Вставьте объект </a:t>
            </a:r>
            <a:r>
              <a:rPr lang="en-US" dirty="0" smtClean="0"/>
              <a:t>S</a:t>
            </a:r>
            <a:r>
              <a:rPr lang="en-US" baseline="0" dirty="0" smtClean="0"/>
              <a:t>mart-art (</a:t>
            </a:r>
            <a:r>
              <a:rPr lang="ru-RU" baseline="0" dirty="0" smtClean="0"/>
              <a:t>Иерархия), введите текст:</a:t>
            </a:r>
          </a:p>
          <a:p>
            <a:r>
              <a:rPr lang="ru-RU" dirty="0" smtClean="0"/>
              <a:t>Форматы графических файлов, Растровая графика, </a:t>
            </a:r>
            <a:r>
              <a:rPr lang="ru-RU" dirty="0" err="1" smtClean="0"/>
              <a:t>jpg</a:t>
            </a:r>
            <a:r>
              <a:rPr lang="ru-RU" dirty="0" smtClean="0"/>
              <a:t>, </a:t>
            </a:r>
            <a:r>
              <a:rPr lang="ru-RU" dirty="0" err="1" smtClean="0"/>
              <a:t>png</a:t>
            </a:r>
            <a:r>
              <a:rPr lang="ru-RU" dirty="0" smtClean="0"/>
              <a:t>, </a:t>
            </a:r>
            <a:r>
              <a:rPr lang="ru-RU" dirty="0" err="1" smtClean="0"/>
              <a:t>gif</a:t>
            </a:r>
            <a:r>
              <a:rPr lang="ru-RU" dirty="0" smtClean="0"/>
              <a:t> </a:t>
            </a:r>
          </a:p>
          <a:p>
            <a:r>
              <a:rPr lang="ru-RU" dirty="0" smtClean="0"/>
              <a:t>Векторная графика </a:t>
            </a:r>
            <a:r>
              <a:rPr lang="ru-RU" dirty="0" err="1" smtClean="0"/>
              <a:t>wmf</a:t>
            </a:r>
            <a:r>
              <a:rPr lang="ru-RU" dirty="0" smtClean="0"/>
              <a:t>, </a:t>
            </a:r>
            <a:r>
              <a:rPr lang="ru-RU" dirty="0" err="1" smtClean="0"/>
              <a:t>cdr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9729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Скопируйте диаграмму </a:t>
            </a:r>
            <a:r>
              <a:rPr lang="en-US" dirty="0" smtClean="0"/>
              <a:t>S</a:t>
            </a:r>
            <a:r>
              <a:rPr lang="en-US" baseline="0" dirty="0" smtClean="0"/>
              <a:t>mart-art</a:t>
            </a:r>
            <a:r>
              <a:rPr lang="ru-RU" baseline="0" dirty="0" smtClean="0"/>
              <a:t> с предыдущего слайда. Убедитесь, что вы вставили не рисунок, а объект </a:t>
            </a:r>
            <a:r>
              <a:rPr lang="en-US" dirty="0" smtClean="0"/>
              <a:t>S</a:t>
            </a:r>
            <a:r>
              <a:rPr lang="en-US" baseline="0" dirty="0" smtClean="0"/>
              <a:t>mart-art</a:t>
            </a:r>
            <a:r>
              <a:rPr lang="ru-RU" baseline="0" dirty="0" smtClean="0"/>
              <a:t>.</a:t>
            </a:r>
          </a:p>
          <a:p>
            <a:r>
              <a:rPr lang="ru-RU" baseline="0" dirty="0" smtClean="0"/>
              <a:t>Измените макет (организационная диаграмма), стиль (белый контур), цвет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633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Вставьте объект </a:t>
            </a:r>
            <a:r>
              <a:rPr lang="en-US" dirty="0" smtClean="0"/>
              <a:t>S</a:t>
            </a:r>
            <a:r>
              <a:rPr lang="en-US" baseline="0" dirty="0" smtClean="0"/>
              <a:t>mart-art (</a:t>
            </a:r>
            <a:r>
              <a:rPr lang="ru-RU" baseline="0" dirty="0" smtClean="0"/>
              <a:t>Цикл, Радиальная Венна)</a:t>
            </a:r>
          </a:p>
          <a:p>
            <a:r>
              <a:rPr lang="ru-RU" baseline="0" dirty="0" smtClean="0"/>
              <a:t>Вместо слова </a:t>
            </a:r>
            <a:r>
              <a:rPr lang="en-US" baseline="0" dirty="0" smtClean="0"/>
              <a:t>[</a:t>
            </a:r>
            <a:r>
              <a:rPr lang="ru-RU" baseline="0" dirty="0" smtClean="0"/>
              <a:t>Текст</a:t>
            </a:r>
            <a:r>
              <a:rPr lang="en-US" baseline="0" dirty="0" smtClean="0"/>
              <a:t>]</a:t>
            </a:r>
            <a:r>
              <a:rPr lang="ru-RU" baseline="0" dirty="0" smtClean="0"/>
              <a:t> введите пробел</a:t>
            </a:r>
          </a:p>
          <a:p>
            <a:r>
              <a:rPr lang="ru-RU" baseline="0" dirty="0" smtClean="0"/>
              <a:t>Измените цвет заливки и границ, уменьшите размер  внешних кругов</a:t>
            </a:r>
          </a:p>
          <a:p>
            <a:r>
              <a:rPr lang="ru-RU" baseline="0" dirty="0" smtClean="0"/>
              <a:t>Добавьте круг красного цвета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35975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Сохраните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рисунок как отдельный файл (контекстное меню</a:t>
            </a:r>
            <a:r>
              <a:rPr lang="en-US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сохранить рисунок как…). Установите его как фон для слайда, установите прозрачность 80%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Кликните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«Формат» &gt; «Обрезка»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Нажмите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«Обрезка по фигуре»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Выберите подходящую фигуру.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Добавьте надпись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WordArt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8991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Джон фон </a:t>
            </a:r>
            <a:r>
              <a:rPr lang="ru-RU" dirty="0" err="1" smtClean="0"/>
              <a:t>Не́йман</a:t>
            </a:r>
            <a:r>
              <a:rPr lang="ru-RU" dirty="0" smtClean="0"/>
              <a:t> (28.12.1903, Будапешт — 8.02.1957, Вашингтон) — венгеро-американский математик, физик и педагог еврейского происхождения, сделавший важный вклад в квантовую физику, квантовую логику, функциональный анализ, теорию множеств, информатику, экономику и другие отрасли науки.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D43366-D589-4596-A9CF-040911428F66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478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13330-D726-4630-88E6-07A8AEA0249C}" type="datetimeFigureOut">
              <a:rPr lang="ru-RU" smtClean="0"/>
              <a:t>05.03.2021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91A37-C789-47B2-9044-B496418ADA4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13330-D726-4630-88E6-07A8AEA0249C}" type="datetimeFigureOut">
              <a:rPr lang="ru-RU" smtClean="0"/>
              <a:t>05.03.2021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91A37-C789-47B2-9044-B496418ADA4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13330-D726-4630-88E6-07A8AEA0249C}" type="datetimeFigureOut">
              <a:rPr lang="ru-RU" smtClean="0"/>
              <a:t>05.03.2021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91A37-C789-47B2-9044-B496418ADA4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13330-D726-4630-88E6-07A8AEA0249C}" type="datetimeFigureOut">
              <a:rPr lang="ru-RU" smtClean="0"/>
              <a:t>05.03.2021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91A37-C789-47B2-9044-B496418ADA4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13330-D726-4630-88E6-07A8AEA0249C}" type="datetimeFigureOut">
              <a:rPr lang="ru-RU" smtClean="0"/>
              <a:t>05.03.2021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91A37-C789-47B2-9044-B496418ADA4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13330-D726-4630-88E6-07A8AEA0249C}" type="datetimeFigureOut">
              <a:rPr lang="ru-RU" smtClean="0"/>
              <a:t>05.03.2021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91A37-C789-47B2-9044-B496418ADA4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13330-D726-4630-88E6-07A8AEA0249C}" type="datetimeFigureOut">
              <a:rPr lang="ru-RU" smtClean="0"/>
              <a:t>05.03.2021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91A37-C789-47B2-9044-B496418ADA4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13330-D726-4630-88E6-07A8AEA0249C}" type="datetimeFigureOut">
              <a:rPr lang="ru-RU" smtClean="0"/>
              <a:t>05.03.2021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91A37-C789-47B2-9044-B496418ADA4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13330-D726-4630-88E6-07A8AEA0249C}" type="datetimeFigureOut">
              <a:rPr lang="ru-RU" smtClean="0"/>
              <a:t>05.03.2021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91A37-C789-47B2-9044-B496418ADA4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13330-D726-4630-88E6-07A8AEA0249C}" type="datetimeFigureOut">
              <a:rPr lang="ru-RU" smtClean="0"/>
              <a:t>05.03.2021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91A37-C789-47B2-9044-B496418ADA4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13330-D726-4630-88E6-07A8AEA0249C}" type="datetimeFigureOut">
              <a:rPr lang="ru-RU" smtClean="0"/>
              <a:t>05.03.2021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91A37-C789-47B2-9044-B496418ADA4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13330-D726-4630-88E6-07A8AEA0249C}" type="datetimeFigureOut">
              <a:rPr lang="ru-RU" smtClean="0"/>
              <a:t>05.03.2021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F91A37-C789-47B2-9044-B496418ADA4B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567" y="1772816"/>
            <a:ext cx="7772400" cy="1470025"/>
          </a:xfrm>
        </p:spPr>
        <p:txBody>
          <a:bodyPr/>
          <a:lstStyle/>
          <a:p>
            <a:r>
              <a:rPr lang="ru-RU" dirty="0" smtClean="0"/>
              <a:t>Работа с изображениями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Задания</a:t>
            </a:r>
            <a:endParaRPr lang="ru-RU" dirty="0"/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1371367" y="6165304"/>
            <a:ext cx="6400800" cy="635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/>
              <a:t>Рекомендации в заметках к слайду</a:t>
            </a:r>
            <a:endParaRPr lang="ru-RU" dirty="0"/>
          </a:p>
        </p:txBody>
      </p:sp>
      <p:sp>
        <p:nvSpPr>
          <p:cNvPr id="5" name="Стрелка вниз 4"/>
          <p:cNvSpPr/>
          <p:nvPr/>
        </p:nvSpPr>
        <p:spPr>
          <a:xfrm>
            <a:off x="4283968" y="6597352"/>
            <a:ext cx="144016" cy="203498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Program Files\Microsoft Office\MEDIA\CAGCAT10\j0299125.wm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1428736"/>
            <a:ext cx="2050209" cy="3364185"/>
          </a:xfrm>
          <a:prstGeom prst="rect">
            <a:avLst/>
          </a:prstGeom>
          <a:noFill/>
        </p:spPr>
      </p:pic>
      <p:pic>
        <p:nvPicPr>
          <p:cNvPr id="3" name="Picture 2" descr="C:\Program Files\Microsoft Office\MEDIA\CAGCAT10\j0299125.wm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24128" y="2204864"/>
            <a:ext cx="2050209" cy="336418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Program Files\Microsoft Office\MEDIA\CAGCAT10\j0157763.wm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1142984"/>
            <a:ext cx="3929090" cy="3965117"/>
          </a:xfrm>
          <a:prstGeom prst="rect">
            <a:avLst/>
          </a:prstGeom>
          <a:noFill/>
        </p:spPr>
      </p:pic>
      <p:pic>
        <p:nvPicPr>
          <p:cNvPr id="3" name="Picture 2" descr="C:\Program Files\Microsoft Office\MEDIA\CAGCAT10\j0157763.wm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4048" y="1142984"/>
            <a:ext cx="3929090" cy="396511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 descr="C:\Program Files\Microsoft Office\MEDIA\CAGCAT10\j0234131.wm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214422"/>
            <a:ext cx="3476595" cy="3696903"/>
          </a:xfrm>
          <a:prstGeom prst="rect">
            <a:avLst/>
          </a:prstGeom>
          <a:noFill/>
        </p:spPr>
      </p:pic>
      <p:pic>
        <p:nvPicPr>
          <p:cNvPr id="3" name="Picture 5" descr="C:\Program Files\Microsoft Office\MEDIA\CAGCAT10\j0234131.wm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4048" y="1178463"/>
            <a:ext cx="3476595" cy="369690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Program Files\Microsoft Office\MEDIA\CAGCAT10\j0284916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214290"/>
            <a:ext cx="4286280" cy="2836088"/>
          </a:xfrm>
          <a:prstGeom prst="rect">
            <a:avLst/>
          </a:prstGeom>
          <a:noFill/>
        </p:spPr>
      </p:pic>
      <p:pic>
        <p:nvPicPr>
          <p:cNvPr id="3" name="Picture 2" descr="C:\Program Files\Microsoft Office\MEDIA\CAGCAT10\j0284916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7984" y="3573016"/>
            <a:ext cx="4286280" cy="28360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:\Program Files\Microsoft Office\MEDIA\CAGCAT10\j031544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571480"/>
            <a:ext cx="2928958" cy="4106016"/>
          </a:xfrm>
          <a:prstGeom prst="rect">
            <a:avLst/>
          </a:prstGeom>
          <a:noFill/>
        </p:spPr>
      </p:pic>
      <p:pic>
        <p:nvPicPr>
          <p:cNvPr id="3" name="Picture 2" descr="C:\Program Files\Microsoft Office\MEDIA\CAGCAT10\j031544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92080" y="1772816"/>
            <a:ext cx="2928958" cy="41060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8" name="AutoShape 8" descr="https://www.weblancer.net/download/16033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490" name="AutoShape 10" descr="https://img3.goodfon.ru/original/2560x1600/8/57/priroda-peyzazh-les-tekstura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492" name="Picture 12" descr="http://www.fonstola.ru/large/201201/7277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0977966" cy="6858000"/>
          </a:xfrm>
          <a:prstGeom prst="rect">
            <a:avLst/>
          </a:prstGeom>
          <a:noFill/>
        </p:spPr>
      </p:pic>
      <p:sp>
        <p:nvSpPr>
          <p:cNvPr id="20494" name="AutoShape 14" descr="https://www.weblancer.net/download/16033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496" name="Picture 16" descr="http://fafka.ru/wp-content/uploads/2009/09/mishi-leopolda-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348" y="1500174"/>
            <a:ext cx="3143272" cy="3305297"/>
          </a:xfrm>
          <a:prstGeom prst="rect">
            <a:avLst/>
          </a:prstGeom>
          <a:noFill/>
        </p:spPr>
      </p:pic>
      <p:pic>
        <p:nvPicPr>
          <p:cNvPr id="7" name="Picture 16" descr="http://fafka.ru/wp-content/uploads/2009/09/mishi-leopolda-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84168" y="1501688"/>
            <a:ext cx="3143272" cy="330529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908720"/>
            <a:ext cx="3048000" cy="202882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3140968"/>
            <a:ext cx="304800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1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трелка вниз 1"/>
          <p:cNvSpPr/>
          <p:nvPr/>
        </p:nvSpPr>
        <p:spPr>
          <a:xfrm>
            <a:off x="251520" y="260648"/>
            <a:ext cx="648072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071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/>
          <p:cNvSpPr>
            <a:spLocks noChangeAspect="1"/>
          </p:cNvSpPr>
          <p:nvPr/>
        </p:nvSpPr>
        <p:spPr>
          <a:xfrm>
            <a:off x="539552" y="692696"/>
            <a:ext cx="2880000" cy="28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5009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332656"/>
            <a:ext cx="2481067" cy="261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20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892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788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319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800980"/>
            <a:ext cx="5400000" cy="54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787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715669"/>
            <a:ext cx="4741456" cy="54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7783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386</Words>
  <PresentationFormat>Экран (4:3)</PresentationFormat>
  <Paragraphs>57</Paragraphs>
  <Slides>16</Slides>
  <Notes>16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Тема Office</vt:lpstr>
      <vt:lpstr>Работа с изображениями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2016-04-20T09:03:32Z</dcterms:created>
  <dcterms:modified xsi:type="dcterms:W3CDTF">2021-03-05T12:51:41Z</dcterms:modified>
</cp:coreProperties>
</file>