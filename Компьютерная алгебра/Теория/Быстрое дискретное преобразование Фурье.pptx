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4ADD32E-2FB3-4BBE-A38D-B0B7DED0F290}" type="datetimeFigureOut">
              <a:rPr lang="ru-RU" smtClean="0"/>
              <a:t>21.12.2023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C22387D-AEF5-4AF7-92D4-78905ABD5A8A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1042" name="Picture 1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0" t="36260" r="22250" b="35772"/>
          <a:stretch/>
        </p:blipFill>
        <p:spPr bwMode="auto">
          <a:xfrm>
            <a:off x="1475656" y="1556792"/>
            <a:ext cx="7515626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0286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5" t="24923" r="22500" b="17842"/>
          <a:stretch/>
        </p:blipFill>
        <p:spPr bwMode="auto">
          <a:xfrm>
            <a:off x="1752600" y="1066800"/>
            <a:ext cx="6172200" cy="536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4638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5" t="24227" r="22625" b="49268"/>
          <a:stretch/>
        </p:blipFill>
        <p:spPr bwMode="auto">
          <a:xfrm>
            <a:off x="1115616" y="1484784"/>
            <a:ext cx="7927065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880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0" t="30488" r="22875" b="46423"/>
          <a:stretch/>
        </p:blipFill>
        <p:spPr bwMode="auto">
          <a:xfrm>
            <a:off x="1187624" y="3933056"/>
            <a:ext cx="7401240" cy="26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0" t="30204" r="22125" b="37528"/>
          <a:stretch/>
        </p:blipFill>
        <p:spPr bwMode="auto">
          <a:xfrm>
            <a:off x="1619672" y="690236"/>
            <a:ext cx="6552728" cy="3242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2920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0" t="22114" r="21375" b="20651"/>
          <a:stretch/>
        </p:blipFill>
        <p:spPr bwMode="auto">
          <a:xfrm>
            <a:off x="1691680" y="719304"/>
            <a:ext cx="6696744" cy="5625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599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5" t="25529" r="22250" b="57236"/>
          <a:stretch/>
        </p:blipFill>
        <p:spPr bwMode="auto">
          <a:xfrm>
            <a:off x="1663106" y="1052736"/>
            <a:ext cx="7480894" cy="1948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75" t="30488" r="22750" b="43171"/>
          <a:stretch/>
        </p:blipFill>
        <p:spPr bwMode="auto">
          <a:xfrm>
            <a:off x="1547664" y="3140968"/>
            <a:ext cx="7417268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072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5" t="27805" r="23750" b="22276"/>
          <a:stretch/>
        </p:blipFill>
        <p:spPr bwMode="auto">
          <a:xfrm>
            <a:off x="2195736" y="908720"/>
            <a:ext cx="6336704" cy="513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2632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5" t="22764" r="21875" b="32683"/>
          <a:stretch/>
        </p:blipFill>
        <p:spPr bwMode="auto">
          <a:xfrm>
            <a:off x="1673221" y="1124744"/>
            <a:ext cx="7106191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08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0" t="23902" r="21875" b="7642"/>
          <a:stretch/>
        </p:blipFill>
        <p:spPr bwMode="auto">
          <a:xfrm>
            <a:off x="1979712" y="765565"/>
            <a:ext cx="5976664" cy="6092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600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1" t="27154" r="22249" b="25691"/>
          <a:stretch/>
        </p:blipFill>
        <p:spPr bwMode="auto">
          <a:xfrm>
            <a:off x="1691679" y="1124744"/>
            <a:ext cx="6987259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5386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0" t="18374" r="22500" b="3230"/>
          <a:stretch/>
        </p:blipFill>
        <p:spPr bwMode="auto">
          <a:xfrm>
            <a:off x="2051720" y="548680"/>
            <a:ext cx="5328592" cy="6309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07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0" t="21138" r="22375" b="20325"/>
          <a:stretch/>
        </p:blipFill>
        <p:spPr bwMode="auto">
          <a:xfrm>
            <a:off x="1691680" y="764704"/>
            <a:ext cx="6624736" cy="5917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252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9896" y="116632"/>
            <a:ext cx="7772400" cy="504056"/>
          </a:xfrm>
        </p:spPr>
        <p:txBody>
          <a:bodyPr>
            <a:normAutofit/>
          </a:bodyPr>
          <a:lstStyle/>
          <a:p>
            <a:r>
              <a:rPr lang="ru-RU" sz="2000" dirty="0"/>
              <a:t>Быстрое дискретное преобразование Фурье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0" t="18861" r="22000" b="43577"/>
          <a:stretch/>
        </p:blipFill>
        <p:spPr bwMode="auto">
          <a:xfrm>
            <a:off x="1403648" y="1484784"/>
            <a:ext cx="7376612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5500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472</TotalTime>
  <Words>52</Words>
  <Application>Microsoft Office PowerPoint</Application>
  <PresentationFormat>Экран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Corbel</vt:lpstr>
      <vt:lpstr>Gill Sans MT</vt:lpstr>
      <vt:lpstr>Verdana</vt:lpstr>
      <vt:lpstr>Wingdings 2</vt:lpstr>
      <vt:lpstr>Солнцестояние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  <vt:lpstr>Быстрое дискретное преобразование Фурье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Быстрое дискретное преобразование Фурье</dc:title>
  <dc:creator>Елена В. Разова</dc:creator>
  <cp:lastModifiedBy>Разова Елена Владимировна</cp:lastModifiedBy>
  <cp:revision>4</cp:revision>
  <dcterms:created xsi:type="dcterms:W3CDTF">2014-03-24T04:50:14Z</dcterms:created>
  <dcterms:modified xsi:type="dcterms:W3CDTF">2023-12-21T11:34:36Z</dcterms:modified>
</cp:coreProperties>
</file>