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sZamvfJfcuQYYrhiDQilMYFQg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https://proglib.io/p/creational-patterns/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Чем отличается Singleton от статического класса, зачем сингелтон, если можно использовать статический класс</a:t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6bd3001b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6bd3001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56bd3001b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9edc7d243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9edc7d24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http://cpp-reference.ru/patterns/creational-patterns/factory-method/</a:t>
            </a:r>
            <a:endParaRPr/>
          </a:p>
        </p:txBody>
      </p:sp>
      <p:sp>
        <p:nvSpPr>
          <p:cNvPr id="137" name="Google Shape;137;g2c9edc7d243_0_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9edc7d243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9edc7d2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http://cpp-reference.ru/patterns/creational-patterns/factory-method/</a:t>
            </a:r>
            <a:endParaRPr/>
          </a:p>
        </p:txBody>
      </p:sp>
      <p:sp>
        <p:nvSpPr>
          <p:cNvPr id="145" name="Google Shape;145;g2c9edc7d243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Шаблоны проектирования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ru-RU"/>
              <a:t>Порождающие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ru-RU"/>
              <a:t>Структурные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ru-RU"/>
              <a:t>Поведенческие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Паттерны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Порождающие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Simple Factory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Factory Method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Abstract Factory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Builder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Prototype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ru-RU"/>
              <a:t>Singleton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Структурные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Поведенческие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Паттерны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Порождающие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Структурные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Adapter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Bridge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Composite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Decorator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Facade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Flyweight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Proxy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Поведенческие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Паттерны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Порождающие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Структурные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Поведенческие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Chain of Responsibility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Command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Iterator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Mediator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Memento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Observer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Visitor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Strategy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State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ru-RU"/>
              <a:t>Template Method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Singleton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Одиночка - порождающий паттерн, который гарантирует, что для определенного класса будет создан только один объект, а также предоставит к этому объекту точку доступа.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Когда надо использовать Синглтон? Когда необходимо, чтобы для класса существовал только один экземпляр.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Singleton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Singleton позволяет создать объект только при его необходимости. Если объект не нужен, то он не будет создан. В этом отличие Singleton от глобальных переменных.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/>
              <a:t>Классическая реализация данного шаблона проектирования на C++ может иметь вид: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179512" y="188640"/>
            <a:ext cx="8784976" cy="648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b="1" lang="ru-RU" sz="1450"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Singleton</a:t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b="1" lang="ru-RU" sz="1450"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// Статическая внутренняя переменная, которая хранит одиночный экземпляр класса.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К этой переменной есть доступ из методов данного класса, </a:t>
            </a:r>
            <a:endParaRPr sz="1450">
              <a:solidFill>
                <a:srgbClr val="E36C0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так как она объявлена как private. </a:t>
            </a:r>
            <a:endParaRPr sz="1450">
              <a:solidFill>
                <a:srgbClr val="E36C0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Из методов других классов доступа к переменной нет.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static Singleton* _instance;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// Некоторые данные класса, здесь могут быть любые данные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int 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t/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b="1" lang="ru-RU" sz="1450"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// Конструктор класса, объявленный как protected, для того чтобы: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- невозможно было создать экземпляр класса непосредственно оператором new;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- можно было наследовать данный класс из других классов.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Singleton() { d = 0;}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t/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b="1" lang="ru-RU" sz="1450"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// Статический метод, возвращающий экземпляр класса Singleton.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1450"/>
              <a:buNone/>
            </a:pPr>
            <a:r>
              <a:rPr lang="ru-RU" sz="1450">
                <a:solidFill>
                  <a:srgbClr val="E36C09"/>
                </a:solidFill>
                <a:latin typeface="Consolas"/>
                <a:ea typeface="Consolas"/>
                <a:cs typeface="Consolas"/>
                <a:sym typeface="Consolas"/>
              </a:rPr>
              <a:t>    // Метод делает проверку, не создан ли экземпляр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static Singleton* getInstance()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    if (_instance == nullptr) { // Был ли ранее создан экземпляр класса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        // если нет, то создать единственный экземпляр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        _instance = new Singleton();</a:t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    return _instance; // вернуть существующий экземпляр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None/>
            </a:pPr>
            <a:r>
              <a:rPr lang="ru-RU" sz="145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6bd3001b1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/>
              <a:t>Singleton* s = Singleton::getInstance();</a:t>
            </a:r>
            <a:endParaRPr/>
          </a:p>
        </p:txBody>
      </p:sp>
      <p:sp>
        <p:nvSpPr>
          <p:cNvPr id="133" name="Google Shape;133;g356bd3001b1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class Fraction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public: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static int gcd(int a, int b);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Fraction  operator*</a:t>
            </a:r>
            <a:r>
              <a:rPr lang="ru-RU"/>
              <a:t>(int</a:t>
            </a:r>
            <a:r>
              <a:rPr lang="ru-RU"/>
              <a:t> f1, Fraction f2</a:t>
            </a:r>
            <a:r>
              <a:rPr lang="ru-RU"/>
              <a:t>){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int g = gcd(f1.n, f2.d);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…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Fraction::gcd(12344,37575);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9edc7d243_0_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Паттерна Factory Method</a:t>
            </a:r>
            <a:endParaRPr/>
          </a:p>
        </p:txBody>
      </p:sp>
      <p:sp>
        <p:nvSpPr>
          <p:cNvPr id="140" name="Google Shape;140;g2c9edc7d243_0_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Обобщенный конструктор</a:t>
            </a:r>
            <a:endParaRPr/>
          </a:p>
        </p:txBody>
      </p:sp>
      <p:pic>
        <p:nvPicPr>
          <p:cNvPr id="141" name="Google Shape;141;g2c9edc7d243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74" y="2599376"/>
            <a:ext cx="8597575" cy="28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c9edc7d243_0_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Паттерна Factory Method</a:t>
            </a:r>
            <a:endParaRPr/>
          </a:p>
        </p:txBody>
      </p:sp>
      <p:sp>
        <p:nvSpPr>
          <p:cNvPr id="148" name="Google Shape;148;g2c9edc7d243_0_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ru-RU"/>
              <a:t>Классическая реализация</a:t>
            </a:r>
            <a:endParaRPr/>
          </a:p>
        </p:txBody>
      </p:sp>
      <p:pic>
        <p:nvPicPr>
          <p:cNvPr id="149" name="Google Shape;149;g2c9edc7d243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275" y="2238925"/>
            <a:ext cx="7671225" cy="42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2018-10-14T16:02:37Z</dcterms:created>
  <dc:creator>korshun</dc:creator>
</cp:coreProperties>
</file>