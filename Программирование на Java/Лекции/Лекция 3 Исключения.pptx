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2dbe165c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2dbe165c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d2dbe165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d2dbe165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2dbe165c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d2dbe165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d2dbe165c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d2dbe165c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2dbe165c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d2dbe165c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2dbe165c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d2dbe165c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ClassNotFoundException - Попытка использовать несуществующий класс. Это исключение может произойти, например, при попытке запуска несуществующего класса с помощью команды java или если программа состоит, например, из трех файлов классов, из которых можно найти только два.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IOException - Связаны с операциями ввода/вывода, такими как недопустимые входные данные, считывание после конца файла и открытие несуществующего файла. </a:t>
            </a:r>
            <a:r>
              <a:rPr lang="ru" sz="1500">
                <a:solidFill>
                  <a:schemeClr val="dk1"/>
                </a:solidFill>
              </a:rPr>
              <a:t>Примерами подклассов IOException являются InterruptedIOException, EOFException (EOF – End of File, конец файла) и FileNotFoundException.</a:t>
            </a:r>
            <a:endParaRPr sz="8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2dbe165c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2dbe165c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ArithmeticException - Деление целого числа на ноль. Обратите внимание, что арифметические операции над числами с плавающей точкой не приводят к исключениям.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NullPointerException - Попытка доступа к объекту с помощью нулевой переменной ссылочного типа.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IndexOutOfBoundsException	 - Индекс массива находится вне его границ.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IllegalArgumentException - Методу передается недопустимый или не соответствующий ему аргумент.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2dbe165c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2dbe165c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2dbe165c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2dbe165c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ea91016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fea91016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ea910169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fea910169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ea910169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fea910169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ea910169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fea910169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fed3b71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fed3b71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ea910169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ea910169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ea910169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ea910169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ea910169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ea910169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fea910169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fea910169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ea910169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ea910169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fea910169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fea910169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ea910169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fea910169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ea910169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ea910169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necompiler.com/java/42rvwckf5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Лекция 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Исключения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Исключения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Исключение – это объект, который представляет ошибку или условие, препятствующее нормальному выполнению программы.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Исключения выбрасываются из метода. Перехватить и обработать исключение может вызывающая метод сторона. </a:t>
            </a:r>
            <a:r>
              <a:rPr lang="ru">
                <a:solidFill>
                  <a:schemeClr val="dk1"/>
                </a:solidFill>
              </a:rPr>
              <a:t>«Выбросить исключение» – значит передать исключение из одного места в другое.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 выбрасывании исключения нормальное выполнение программы прерывается.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Исключения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try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Код для выполнения;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Предложение или метод, которые могут выбросить исключение;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Код для выполнения;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catch (type ex)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Код для обработки исключения;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000" y="135150"/>
            <a:ext cx="836201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177725" y="2948100"/>
            <a:ext cx="30000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Классы исключений можно разделить на три основных типа: системные ошибки, исключения и ошибки во время выполнения.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Системные </a:t>
            </a:r>
            <a:r>
              <a:rPr lang="ru"/>
              <a:t>ошибки 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Представлены в классе Error, их выбрасывает JVM.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Класс Error описывает внутренние ошибки системы. Происходят очень редко. Если происходят, то мало что можно сделать, кроме уведомления пользователя и попытки завершить программу.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Примеры </a:t>
            </a:r>
            <a:r>
              <a:rPr lang="ru">
                <a:solidFill>
                  <a:schemeClr val="dk1"/>
                </a:solidFill>
              </a:rPr>
              <a:t>подклассов Error и причин их возникновения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LinkageError	- У одного класса есть некое отношение с другим классом, но последний класс несовместимо изменился после компиляции первого класса.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VirtualMachineError - JVM неисправна или исчерпала ресурсы, необходимые для продолжения работы.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Исключения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</a:t>
            </a:r>
            <a:r>
              <a:rPr lang="ru">
                <a:solidFill>
                  <a:schemeClr val="dk1"/>
                </a:solidFill>
              </a:rPr>
              <a:t>редставлены в классе Exception, который описывает ошибки, вызванные самой программой и внешними обстоятельствами.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Эти ошибки можно обнаружить и обработать с помощь программы. Примеры подклассов Exception и причин их возникновения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ClassNotFoundException - Попытка использовать несуществующий класс.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IOException - Связаны с операциями ввода/вывода, такими как недопустимые входные данные, считывание после конца файла и открытие не </a:t>
            </a:r>
            <a:r>
              <a:rPr lang="ru" sz="1600">
                <a:solidFill>
                  <a:schemeClr val="dk1"/>
                </a:solidFill>
              </a:rPr>
              <a:t>существующего</a:t>
            </a:r>
            <a:r>
              <a:rPr lang="ru" sz="1600">
                <a:solidFill>
                  <a:schemeClr val="dk1"/>
                </a:solidFill>
              </a:rPr>
              <a:t> файла.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Ошибки во время выполнения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</a:t>
            </a:r>
            <a:r>
              <a:rPr lang="ru">
                <a:solidFill>
                  <a:schemeClr val="dk1"/>
                </a:solidFill>
              </a:rPr>
              <a:t>редставлены в классе RuntimeException, который описывает ошибки программирования, такие как неправильное приведение типов, доступ к массиву вне его границ и числовые ошибки.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Ошибки во время выполнения обычно указывают на ошибки программирования. Примеры подклассов: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ArithmeticException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NullPointerException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IndexOutOfBoundsException	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IllegalArgumentException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Исключения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RuntimeException, Error и их подклассы называются непроверяемыми (unchecked) исключениями.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Все остальные исключения называются проверяемыми (checked) исключениями, то есть компилятор заставляет программиста проверять и обрабатывать их в блоке try-catch или объявлять в заголовке метода.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!!!Если метод не объявляет исключения в суперклассе, то его нельзя переопределить, чтобы объявить исключения в подклассе.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Обработка исключений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Модель обработки исключений в Java основана на трех операциях: объявление исключения, выбрасывание исключения и перехват исключения.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55825"/>
            <a:ext cx="9144000" cy="189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Перехват исключения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Последовательность, в которой исключения определяются в блоках catch, имеет важное значение.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Если блок catch для типа суперкласса идет перед блоком catch для типа подкласса, то произойдет ошибка компиляции.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12" name="Google Shape;112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try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  ...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catch (RuntimeException ex)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  ...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catch (Exception ex)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  ...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multicatch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Синтаксис: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catch (Exception1 | Exception2 | ... | Exceptionk ex)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// Код для обработки этих исключений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Каждый следующий тип исключения отделяется от предыдущего вертикальной чертой (|). При перехвате одного из исключений выполняется код для их обработки.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класса Throwable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7000"/>
            <a:ext cx="9144000" cy="23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88175"/>
            <a:ext cx="8520600" cy="48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import java.util.*;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public class TestException 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public static void main(String[] args)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try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System.out.println(sum(new int[] {1, 2, 3, 4, 5}));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catch (Exception ex)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ex.printStackTrace();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System.out.println("\n" + ex.getMessage());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System.out.println("\n" + ex.toString());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System.out.println("\nИнформация о трассировке, полученная из getStackTrace:");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StackTraceElement[] traceElements = ex.getStackTrace();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for (int i = 0; i &lt; traceElements.length; i++)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System.out.print("метод " + traceElements[i].getMethodName());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System.out.print("(" + traceElements[i].getClassName() + ":");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  System.out.println(traceElements[i].getLineNumber() + ")");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private static int sum(int[] list)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int result = 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for (int i = 0; i &lt;= list.length; i++) </a:t>
            </a:r>
            <a:r>
              <a:rPr lang="ru">
                <a:solidFill>
                  <a:schemeClr val="dk1"/>
                </a:solidFill>
              </a:rPr>
              <a:t>  </a:t>
            </a:r>
            <a:r>
              <a:rPr lang="ru">
                <a:solidFill>
                  <a:schemeClr val="dk1"/>
                </a:solidFill>
              </a:rPr>
              <a:t>    result += list[i];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  return result;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https://onecompiler.com/java/42rvwckf5</a:t>
            </a:r>
            <a:r>
              <a:rPr lang="ru">
                <a:solidFill>
                  <a:schemeClr val="dk1"/>
                </a:solidFill>
              </a:rPr>
              <a:t> (вывод на следующем слайте)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444675"/>
            <a:ext cx="8520600" cy="44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java.lang.ArrayIndexOutOfBoundsException: Index 5 out of bounds for length 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	at org.example.Main.sum(Main.java:26)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	at org.example.Main.main(Main.java:7)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Index 5 out of bounds for length 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java.lang.ArrayIndexOutOfBoundsException: Index 5 out of bounds for length 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Информация о трассировке, полученная из getStackTrace: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метод sum(org.example.Main:26)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метод main(org.example.Main:7)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Блок finally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try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предложения;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catch (TheException ex)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обработка ex;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finally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заключительныеПредложения;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Блок finally выполняется всегда, даже если перед ним есть оператор return.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Используется, когда нужно гарантированно освободить ресурсы, закрыть потоки и т.д.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try-with-resources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После try следуют круглые скобки, где объявляются переменные и создаются объекты - РЕСУРСЫ. </a:t>
            </a:r>
            <a:r>
              <a:rPr lang="ru">
                <a:solidFill>
                  <a:schemeClr val="dk1"/>
                </a:solidFill>
              </a:rPr>
              <a:t>Эти объекты можно использовать внутри блока try.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try (InputStream is = new </a:t>
            </a:r>
            <a:r>
              <a:rPr lang="ru">
                <a:solidFill>
                  <a:schemeClr val="dk1"/>
                </a:solidFill>
              </a:rPr>
              <a:t>InputStream("C:\input.txt");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OutputStream os = new OutputStream ("C:\output.txt")</a:t>
            </a:r>
            <a:r>
              <a:rPr lang="ru">
                <a:solidFill>
                  <a:schemeClr val="dk1"/>
                </a:solidFill>
              </a:rPr>
              <a:t>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	int x = is.read();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os.write(x);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catch(IOExcaption ex) {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ex.printStackTrace();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Когд</a:t>
            </a:r>
            <a:r>
              <a:rPr lang="ru">
                <a:solidFill>
                  <a:schemeClr val="dk1"/>
                </a:solidFill>
              </a:rPr>
              <a:t>а выполнение команд блока try закончится (нормально или с исключением), для объекта, созданного внутри круглых скобок (), будет вызван метод close().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try-with-resources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Ресурс, находящийся внутри круглых скобок блока try, должен реализовать интерфейс AutoCloseable.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Интерфейс имеет всего один метод close(), который необходимо переопределить, и именно данный метод будет вызываться.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Только объекты такого типа можно использовать внутри круглых скобок try-with-resources для «автоматического закрытия».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Перебрасывание исключений</a:t>
            </a:r>
            <a:endParaRPr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Java позволяет обработчику перебросить исключение, если он не может его обработать или хочет, чтобы вызывающая его сторона была уведомлена об этом исключении.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Синтаксис для перебрасывания исключения: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try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предложения;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catch (TheException ex)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выполнить операции перед выходом;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  throw ex;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Сцепленные исключения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Иногда необходимо выбрасывать новое исключение (с дополнительной информацией) вместе с исходным исключением. Это называется сцепленными исключениями.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334525"/>
            <a:ext cx="4664400" cy="45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public class ChainedExceptionDemo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public static void main(String[] args)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try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  method1();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catch (Exception ex)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  ex.printStackTrace();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public static void method1() throws Exception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try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  method2();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catch (Exception ex)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  throw new Exception("Новая информация из method1", ex);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public static void method2() throws Exception {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  throw new Exception("Новая информация из method2");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  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71" name="Google Shape;171;p32"/>
          <p:cNvSpPr txBox="1"/>
          <p:nvPr>
            <p:ph idx="2" type="body"/>
          </p:nvPr>
        </p:nvSpPr>
        <p:spPr>
          <a:xfrm>
            <a:off x="5112125" y="334525"/>
            <a:ext cx="3720300" cy="44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Метод main вызывает method1, 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method1 вызывает method2, 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а method2 выбрасывает исключение.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Это исключение перехватывается в блоке catch метода method1() и заворачивается в новое исключение. Новое исключение выбрасывается и перехватывается в блоке catch метода main().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 консоли отображаются выходные данные метода printStackTrace(). Сначала отображается новое исключение, выброшенное из method1(), а затем исходное исключение, выброшенное из method2().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</a:t>
            </a:r>
            <a:r>
              <a:rPr lang="ru"/>
              <a:t>ользовательский класс исключений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 возникновении проблемы, которая не может быть в достаточной мере описана предопределенными классами исключений, можно создать собственный класс исключений, порожденный из Exception или его подкласса.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 Java API у большинства классов исключений есть два конструктора: безаргументный конструктор и конструктор с параметром-сообщением.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Пользовательский класс исключений</a:t>
            </a:r>
            <a:endParaRPr/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Можно ли определить пользовательский класс исключений с помощью порождения от RuntimeException?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Да, но это не очень хороший способ, потому что он делает пользовательское исключение непроверяемым. Лучше делать пользовательское исключение проверяемым, чтобы компилятор мог принудительно перехватить эти исключения в программе.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