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1" roundtripDataSignature="AMtx7mh695Q1xdztmjQElt8u57Gpq9Wf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>
            <p:ph idx="2" type="sldImg"/>
          </p:nvPr>
        </p:nvSpPr>
        <p:spPr>
          <a:xfrm>
            <a:off x="1143000" y="685800"/>
            <a:ext cx="4570412" cy="34274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 txBox="1"/>
          <p:nvPr>
            <p:ph idx="3" type="sldNum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e41bc1de7_1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" name="Google Shape;27;g39e41bc1de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" name="Google Shape;3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7f7b6138ee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" name="Google Shape;40;g27f7b6138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7f7b6138ee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" name="Google Shape;46;g27f7b6138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f7b6138ee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" name="Google Shape;52;g27f7b6138e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f7b6138ee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" name="Google Shape;59;g27f7b6138e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f7b6138ee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4" name="Google Shape;64;g27f7b6138e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f7b6138ee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g27f7b6138e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f7b6138ee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6" name="Google Shape;76;g27f7b6138e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f7b6138ee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g27f7b6138e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f7b6138ee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g27f7b6138e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0283c084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g280283c08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f7b6138ee_0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0" name="Google Shape;100;g27f7b6138e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f7b6138ee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7" name="Google Shape;107;g27f7b6138e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f7b6138ee_0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" name="Google Shape;113;g27f7b6138e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e41bc1de7_1_5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g39e41bc1de7_1_5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g39e41bc1de7_1_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title"/>
          </p:nvPr>
        </p:nvSpPr>
        <p:spPr>
          <a:xfrm>
            <a:off x="457200" y="274637"/>
            <a:ext cx="8228012" cy="1141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" type="body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2"/>
          <p:cNvSpPr/>
          <p:nvPr/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2"/>
          <p:cNvSpPr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6553200" y="6356350"/>
            <a:ext cx="21320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aven.apache.org/download.cgi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e41bc1de7_1_0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Лекция 9</a:t>
            </a:r>
            <a:endParaRPr/>
          </a:p>
        </p:txBody>
      </p:sp>
      <p:sp>
        <p:nvSpPr>
          <p:cNvPr id="30" name="Google Shape;30;g39e41bc1de7_1_0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Maven</a:t>
            </a:r>
            <a:endParaRPr/>
          </a:p>
        </p:txBody>
      </p:sp>
      <p:pic>
        <p:nvPicPr>
          <p:cNvPr id="31" name="Google Shape;31;g39e41bc1de7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Apache Maven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1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Maven — это фреймворк по автоматизации и управлению сборкой Java-приложений.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Слово Maven взято из языка идиш, примерный перевод «собиратель знания» (accumulator of knowledge), «эксперт».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Apache Maven, по большей части, написан на Java.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проект с открытым исходным кодом, который следует философии «Соглашение важнее конфигурации» (convention over configuration).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7f7b6138ee_0_11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Соглашение важнее конфигурации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27f7b6138ee_0_11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принцип проектирования программного обеспечения, цель которого - уменьшение количества лишних действий, необходимых разработчику при создании своего проекта.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Данный принцип проявляется в том, что Maven предоставляет настройки (готовые шаблоны) по умолчанию для управления сборкой проекта. Если они не подходят, то разработчик может переопределить их на свои.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 настройки - структура каталогов в Maven-проекте.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7f7b6138ee_0_16"/>
          <p:cNvSpPr txBox="1"/>
          <p:nvPr/>
        </p:nvSpPr>
        <p:spPr>
          <a:xfrm>
            <a:off x="289775" y="229400"/>
            <a:ext cx="8471700" cy="1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86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Исходный код располагается в подкаталоге src/main/java, в каталоге test находится код тестов.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86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Ресурсы, необходимые для приложения или его тестирования, находятся в каталоге resources.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g27f7b6138ee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875" y="2293025"/>
            <a:ext cx="8224250" cy="437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7f7b6138ee_0_22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Object Model, POM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7f7b6138ee_0_22"/>
          <p:cNvSpPr txBox="1"/>
          <p:nvPr/>
        </p:nvSpPr>
        <p:spPr>
          <a:xfrm>
            <a:off x="457200" y="1412650"/>
            <a:ext cx="82296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Maven использует объектную модель проекта (POM) для управления проектом.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POM описывает, как будет собираться проект.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g27f7b6138ee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175" y="2789050"/>
            <a:ext cx="72390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7f7b6138ee_0_28"/>
          <p:cNvSpPr txBox="1"/>
          <p:nvPr/>
        </p:nvSpPr>
        <p:spPr>
          <a:xfrm>
            <a:off x="132825" y="422600"/>
            <a:ext cx="8826000" cy="60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Файл (обычно pom.xml) состоит из следующих частей: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○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coordinates (координаты проекта) — однозначно идентифицируемый набор свойств, с помощью которых артефакты проекта могут быть использованы в другом месте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○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Dependencies (зависимости) — библиотеки и код, необходимые для сборки проекта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○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Plugins (плагины) — вспомогательные инструменты при сборке проекта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○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Properties (свойства) — общие значения, необходимые проекту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○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Inheritance details (детали наследования) — возможность создания иерархии для повторно используемых компонентов POM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○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Profiles (профили) — альтернативные пути сборки проекта, разбитые по профилям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f7b6138ee_0_33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pom.xml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7f7b6138ee_0_33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Maven использует содержимое в POM для управления сборкой.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Типичное содержимое включает в себя: уникальный набор координат, используемых для идентификации проекта; название и описание проекта; сведения об управлении СКВ; все зависимости и плагины для конкретного проекта; любые профили, которые позволяют поочередно выполнять Maven в этом проекте и т.д.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Файл, содержащий этот POM, называется pom.xml.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f7b6138ee_0_38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Координаты Maven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27f7b6138ee_0_38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способ уникальной идентификации артефакта. Существуют три основные координаты для идентификации артефакта.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groupId</a:t>
            </a:r>
            <a:endParaRPr b="1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Классификация по группе, обычно относящаяся к организации или компании и может иметь общее название для одного или нескольких проектов.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groupId обычно написан через точку (аналогично имени пакета Java). Каждый элемент в этой точечной нотации соответствует каталогу в древовидной структуре хранилища.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Например, groupId в org.apache.commons соответствует $REPO/org/apache/commons.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7f7b6138ee_0_43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Координаты Maven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7f7b6138ee_0_43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artifactId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точное название проекта. artifactId может однозначно идентифицировать артефакт. Если название состоит из нескольких слов, то в описании artifactId оно разделяется дефисами. В идеале, имена должны быть небольшой длины.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Артефакт проявляется в виде подкаталога в дереве каталогов, представленного groupId.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Например, artifactId commons-lang3 в groupId org.apache.commons сообщает, что артефакт можно найти в разделе: $REPO/org/apache/commons/commons-lang3/.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7f7b6138ee_0_48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Координаты Maven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27f7b6138ee_0_48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endParaRPr b="1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идентификатор, который отслеживает уникальные сборки артефакта. Версия — это строка, созданная разработчиками проекта для определения набора изменений, внесенных в предыдущее создание артефакта того же проекта. Настоятельно рекомендуется следовать схемам семантического управления версиями.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Версия проявляется в виде подкаталога в дереве каталогов, который состоит из groupId и artifactId.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Например, version 3.1.0 для artifactId commons-lang3 в groupId org.apache.commons обозначает, что артефакт находится в $REPO/org/apache/commons/commons-lang3/3.1.0/.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f7b6138ee_0_58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Сборка Java-проекта с помощью Maven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27f7b6138ee_0_58"/>
          <p:cNvSpPr txBox="1"/>
          <p:nvPr/>
        </p:nvSpPr>
        <p:spPr>
          <a:xfrm>
            <a:off x="457200" y="1786950"/>
            <a:ext cx="8229600" cy="4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Зачем это нужно, если есть IDE?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Во-первых, на сервере, на котором придется собирать приложение, может не быть не то что среды разработки, но и графического интерфейса.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Во-вторых, на больших проектах Maven лучше справляется с задачами по сборке проекта.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0283c0846_0_0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Установка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280283c0846_0_0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Скачайте Maven по ссылке </a:t>
            </a:r>
            <a:r>
              <a:rPr b="0" i="0" lang="en-US" sz="2400" u="sng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https://maven.apache.org/download.cgi</a:t>
            </a:r>
            <a:r>
              <a:rPr b="0" i="0" lang="en-US" sz="24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Распакуйте скачанный архив и установите переменной окружения M2_HOME ссылку на местонахождение распакованного архива. Например, C:\Program Files\maven\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Чтобы проверить, что все установилось, в командной строке пропишите: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mvn -version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Если отобразится информация о версии Maven, Java и т.д., все готово к работе.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IntelliJIDEA создайте новый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Maven-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проект.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f7b6138ee_0_70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Фазы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7f7b6138ee_0_70"/>
          <p:cNvSpPr txBox="1"/>
          <p:nvPr/>
        </p:nvSpPr>
        <p:spPr>
          <a:xfrm>
            <a:off x="457200" y="1412650"/>
            <a:ext cx="82296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Процесс построения приложения называют жизненным циклом Maven-проекта, он состоит из фаз (phase).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Посмотреть на них можно в IDEA, нажав на 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Maven &gt; example &gt; Lifecycle в правом верхнем углу: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27f7b6138ee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7700" y="3066800"/>
            <a:ext cx="3119650" cy="35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f7b6138ee_0_76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Существует 9 фаз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27f7b6138ee_0_76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clean — удаляются все скомпилированные файлы из каталога target (место, в котором сохраняются готовые артефакты);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validate — идет проверка, вся ли информация доступна для сборки проекта;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compile — компилируются файлы с исходным кодом;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— запускаются тесты;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package — упаковываются скомпилированные файлы (в jar, war и т.д. архив);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verify — выполняются проверки для подтверждения готовности упакованного файла;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 — пакет помещается в локальный репозиторий. Теперь он может использоваться другими проектами как внешняя библиотека;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site — создается документация проекта;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05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 — собранный архив копируется в удаленный репозиторий.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f7b6138ee_0_81"/>
          <p:cNvSpPr txBox="1"/>
          <p:nvPr/>
        </p:nvSpPr>
        <p:spPr>
          <a:xfrm>
            <a:off x="457200" y="457200"/>
            <a:ext cx="82296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Запуск фазы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7f7b6138ee_0_81"/>
          <p:cNvSpPr txBox="1"/>
          <p:nvPr/>
        </p:nvSpPr>
        <p:spPr>
          <a:xfrm>
            <a:off x="457200" y="1412650"/>
            <a:ext cx="82296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через командную строку: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mvn package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используя Intellij IDEA: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27f7b6138ee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0700" y="938763"/>
            <a:ext cx="285750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7f7b6138ee_0_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0700" y="2823513"/>
            <a:ext cx="28575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korshun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Version">
    <vt:i4>1</vt:i4>
  </property>
</Properties>
</file>