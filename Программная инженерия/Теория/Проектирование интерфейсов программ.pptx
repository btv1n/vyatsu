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774" y="-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91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88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6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86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27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39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41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6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16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23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49C67-68DF-41EF-8D46-AEA0DEA667D9}" type="datetimeFigureOut">
              <a:rPr lang="ru-RU" smtClean="0"/>
              <a:t>21.11.2020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D3A33-F066-4B88-95A6-274FADC691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39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Проектирование интерфейсов программ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18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" y="150234"/>
            <a:ext cx="9046287" cy="608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903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636"/>
            <a:ext cx="6030547" cy="643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4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Keep it simple, stupid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5481"/>
            <a:ext cx="8820472" cy="3451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2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16632"/>
            <a:ext cx="8992457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792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8748464" cy="6604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674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64" y="1628800"/>
            <a:ext cx="8547208" cy="44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10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45064"/>
            <a:ext cx="8892480" cy="4398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4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8762787" cy="3426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535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44824"/>
            <a:ext cx="8885302" cy="3636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62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28800"/>
            <a:ext cx="8994328" cy="4746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267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0" y="1720630"/>
            <a:ext cx="8892480" cy="3856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125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персон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4" y="1484784"/>
            <a:ext cx="8835093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33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953524"/>
            <a:ext cx="8964488" cy="3309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778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Помнить о целях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8486725" cy="4838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487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428750"/>
            <a:ext cx="90297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13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Карта боли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30735"/>
            <a:ext cx="8460432" cy="352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203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Опыт других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92" y="1700808"/>
            <a:ext cx="8388424" cy="2049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179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B0AEA32E65E94995565B0B65EA5F29" ma:contentTypeVersion="4" ma:contentTypeDescription="Create a new document." ma:contentTypeScope="" ma:versionID="ac9303cfff3f7a328f0d942633d9e932">
  <xsd:schema xmlns:xsd="http://www.w3.org/2001/XMLSchema" xmlns:xs="http://www.w3.org/2001/XMLSchema" xmlns:p="http://schemas.microsoft.com/office/2006/metadata/properties" xmlns:ns2="22acfdec-9ce1-4ae7-873a-8b443fedbaba" targetNamespace="http://schemas.microsoft.com/office/2006/metadata/properties" ma:root="true" ma:fieldsID="e851bcb0e31921ec339c6afcfc8f0bc0" ns2:_="">
    <xsd:import namespace="22acfdec-9ce1-4ae7-873a-8b443fedb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cfdec-9ce1-4ae7-873a-8b443fedb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D46D9-CADD-4B51-B577-07BBAA41C829}"/>
</file>

<file path=customXml/itemProps2.xml><?xml version="1.0" encoding="utf-8"?>
<ds:datastoreItem xmlns:ds="http://schemas.openxmlformats.org/officeDocument/2006/customXml" ds:itemID="{B63175B7-B7E4-4446-9161-29797A35C8CA}"/>
</file>

<file path=docProps/app.xml><?xml version="1.0" encoding="utf-8"?>
<Properties xmlns="http://schemas.openxmlformats.org/officeDocument/2006/extended-properties" xmlns:vt="http://schemas.openxmlformats.org/officeDocument/2006/docPropsVTypes">
  <TotalTime>4804</TotalTime>
  <Words>23</Words>
  <PresentationFormat>Экран (4:3)</PresentationFormat>
  <Paragraphs>12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Проектирование интерфейсов программ</vt:lpstr>
      <vt:lpstr>Презентация PowerPoint</vt:lpstr>
      <vt:lpstr>Презентация PowerPoint</vt:lpstr>
      <vt:lpstr>Keep it simple, stupid</vt:lpstr>
      <vt:lpstr>Презентация PowerPoint</vt:lpstr>
      <vt:lpstr>Презентация PowerPoint</vt:lpstr>
      <vt:lpstr>Принципы</vt:lpstr>
      <vt:lpstr>Принципы</vt:lpstr>
      <vt:lpstr>Принципы</vt:lpstr>
      <vt:lpstr>Принципы</vt:lpstr>
      <vt:lpstr>Принципы</vt:lpstr>
      <vt:lpstr>Принципы</vt:lpstr>
      <vt:lpstr>Метод персон</vt:lpstr>
      <vt:lpstr>Презентация PowerPoint</vt:lpstr>
      <vt:lpstr>Помнить о целях</vt:lpstr>
      <vt:lpstr>Презентация PowerPoint</vt:lpstr>
      <vt:lpstr>Карта боли</vt:lpstr>
      <vt:lpstr>Опыт других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2020-11-21T04:35:49Z</dcterms:created>
  <dcterms:modified xsi:type="dcterms:W3CDTF">2020-11-24T12:39:53Z</dcterms:modified>
</cp:coreProperties>
</file>