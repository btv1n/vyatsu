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7" r:id="rId52"/>
    <p:sldId id="308" r:id="rId53"/>
    <p:sldId id="309" r:id="rId54"/>
    <p:sldId id="310" r:id="rId55"/>
    <p:sldId id="311" r:id="rId56"/>
    <p:sldId id="306" r:id="rId5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78804" autoAdjust="0"/>
  </p:normalViewPr>
  <p:slideViewPr>
    <p:cSldViewPr snapToGrid="0">
      <p:cViewPr varScale="1">
        <p:scale>
          <a:sx n="92" d="100"/>
          <a:sy n="92" d="100"/>
        </p:scale>
        <p:origin x="219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B60595-52B5-45D0-B189-E12BDCC46938}" type="datetimeFigureOut">
              <a:rPr lang="ru-RU" smtClean="0"/>
              <a:t>06.10.2023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4088F7-0E16-413F-8540-E6862EF295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7849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088F7-0E16-413F-8540-E6862EF29582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24412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088F7-0E16-413F-8540-E6862EF29582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84818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088F7-0E16-413F-8540-E6862EF29582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74524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088F7-0E16-413F-8540-E6862EF29582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9538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088F7-0E16-413F-8540-E6862EF29582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98812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088F7-0E16-413F-8540-E6862EF29582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61182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088F7-0E16-413F-8540-E6862EF29582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33271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088F7-0E16-413F-8540-E6862EF29582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4716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088F7-0E16-413F-8540-E6862EF29582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72951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088F7-0E16-413F-8540-E6862EF29582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09843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088F7-0E16-413F-8540-E6862EF29582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03034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088F7-0E16-413F-8540-E6862EF29582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15005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088F7-0E16-413F-8540-E6862EF29582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19293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088F7-0E16-413F-8540-E6862EF29582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53771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088F7-0E16-413F-8540-E6862EF29582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03769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088F7-0E16-413F-8540-E6862EF29582}" type="slidenum">
              <a:rPr lang="ru-RU" smtClean="0"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30293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088F7-0E16-413F-8540-E6862EF29582}" type="slidenum">
              <a:rPr lang="ru-RU" smtClean="0"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9499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088F7-0E16-413F-8540-E6862EF29582}" type="slidenum">
              <a:rPr lang="ru-RU" smtClean="0"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64063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088F7-0E16-413F-8540-E6862EF29582}" type="slidenum">
              <a:rPr lang="ru-RU" smtClean="0"/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44320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088F7-0E16-413F-8540-E6862EF29582}" type="slidenum">
              <a:rPr lang="ru-RU" smtClean="0"/>
              <a:t>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05422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088F7-0E16-413F-8540-E6862EF29582}" type="slidenum">
              <a:rPr lang="ru-RU" smtClean="0"/>
              <a:t>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32250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088F7-0E16-413F-8540-E6862EF29582}" type="slidenum">
              <a:rPr lang="ru-RU" smtClean="0"/>
              <a:t>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27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4559-4B0A-4638-82F0-6415600BC62E}" type="datetimeFigureOut">
              <a:rPr lang="ru-RU" smtClean="0"/>
              <a:t>06.10.2023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CED76-32A4-4CA9-8F12-2651BC8C64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7756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4559-4B0A-4638-82F0-6415600BC62E}" type="datetimeFigureOut">
              <a:rPr lang="ru-RU" smtClean="0"/>
              <a:t>06.10.2023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CED76-32A4-4CA9-8F12-2651BC8C64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5940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4559-4B0A-4638-82F0-6415600BC62E}" type="datetimeFigureOut">
              <a:rPr lang="ru-RU" smtClean="0"/>
              <a:t>06.10.2023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CED76-32A4-4CA9-8F12-2651BC8C64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7483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4559-4B0A-4638-82F0-6415600BC62E}" type="datetimeFigureOut">
              <a:rPr lang="ru-RU" smtClean="0"/>
              <a:t>06.10.2023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CED76-32A4-4CA9-8F12-2651BC8C64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1996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4559-4B0A-4638-82F0-6415600BC62E}" type="datetimeFigureOut">
              <a:rPr lang="ru-RU" smtClean="0"/>
              <a:t>06.10.2023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CED76-32A4-4CA9-8F12-2651BC8C64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8425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4559-4B0A-4638-82F0-6415600BC62E}" type="datetimeFigureOut">
              <a:rPr lang="ru-RU" smtClean="0"/>
              <a:t>06.10.2023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CED76-32A4-4CA9-8F12-2651BC8C64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0708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4559-4B0A-4638-82F0-6415600BC62E}" type="datetimeFigureOut">
              <a:rPr lang="ru-RU" smtClean="0"/>
              <a:t>06.10.2023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CED76-32A4-4CA9-8F12-2651BC8C64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2542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4559-4B0A-4638-82F0-6415600BC62E}" type="datetimeFigureOut">
              <a:rPr lang="ru-RU" smtClean="0"/>
              <a:t>06.10.2023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CED76-32A4-4CA9-8F12-2651BC8C64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3075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4559-4B0A-4638-82F0-6415600BC62E}" type="datetimeFigureOut">
              <a:rPr lang="ru-RU" smtClean="0"/>
              <a:t>06.10.2023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CED76-32A4-4CA9-8F12-2651BC8C64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0730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4559-4B0A-4638-82F0-6415600BC62E}" type="datetimeFigureOut">
              <a:rPr lang="ru-RU" smtClean="0"/>
              <a:t>06.10.2023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CED76-32A4-4CA9-8F12-2651BC8C64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3646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4559-4B0A-4638-82F0-6415600BC62E}" type="datetimeFigureOut">
              <a:rPr lang="ru-RU" smtClean="0"/>
              <a:t>06.10.2023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CED76-32A4-4CA9-8F12-2651BC8C64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5921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AD4559-4B0A-4638-82F0-6415600BC62E}" type="datetimeFigureOut">
              <a:rPr lang="ru-RU" smtClean="0"/>
              <a:t>06.10.2023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7CED76-32A4-4CA9-8F12-2651BC8C64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9984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7598"/>
            <a:ext cx="9144000" cy="392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502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23308"/>
            <a:ext cx="9144000" cy="4833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034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17767"/>
            <a:ext cx="9144000" cy="3337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374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61668"/>
            <a:ext cx="9144000" cy="4479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255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40280"/>
            <a:ext cx="9144000" cy="4496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053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85048"/>
            <a:ext cx="9144000" cy="4857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006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6646"/>
            <a:ext cx="9144000" cy="4740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597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1883"/>
            <a:ext cx="9144000" cy="475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668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37682"/>
            <a:ext cx="9144000" cy="469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014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77947"/>
            <a:ext cx="9144000" cy="4846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505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44696"/>
            <a:ext cx="9144000" cy="4785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282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61408"/>
            <a:ext cx="9144000" cy="4728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070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04518"/>
            <a:ext cx="9144000" cy="4647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4978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47206"/>
            <a:ext cx="9144000" cy="4688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0855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49372"/>
            <a:ext cx="9144000" cy="4872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0307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47207"/>
            <a:ext cx="9144000" cy="4676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340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675770"/>
            <a:ext cx="9144000" cy="4862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3748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99668"/>
            <a:ext cx="9144000" cy="47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0518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68682"/>
            <a:ext cx="9144000" cy="4589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0146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25646"/>
            <a:ext cx="9144000" cy="4862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8789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04691"/>
            <a:ext cx="9144000" cy="446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7985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30408"/>
            <a:ext cx="9144000" cy="4850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2281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18546"/>
            <a:ext cx="9144000" cy="4845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7703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13784"/>
            <a:ext cx="9144000" cy="484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0059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4221"/>
            <a:ext cx="9144000" cy="4780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2320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42359"/>
            <a:ext cx="9144000" cy="4768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3869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42878"/>
            <a:ext cx="9144000" cy="4298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6515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28070"/>
            <a:ext cx="9144000" cy="4797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5956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44696"/>
            <a:ext cx="9144000" cy="4791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7924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33167"/>
            <a:ext cx="9144000" cy="47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5058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13783"/>
            <a:ext cx="9144000" cy="4838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1076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28331"/>
            <a:ext cx="9144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5687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35517"/>
            <a:ext cx="9144000" cy="4502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8858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697157"/>
            <a:ext cx="9144000" cy="48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8235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33007"/>
            <a:ext cx="9144000" cy="464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9581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61928"/>
            <a:ext cx="9144000" cy="424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7898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39847"/>
            <a:ext cx="9144000" cy="488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1013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32833"/>
            <a:ext cx="9144000" cy="4785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6453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16121"/>
            <a:ext cx="9144000" cy="4866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869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01834"/>
            <a:ext cx="9144000" cy="488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2742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06596"/>
            <a:ext cx="9144000" cy="4883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1504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23468"/>
            <a:ext cx="9144000" cy="488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7942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37509"/>
            <a:ext cx="9144000" cy="484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0375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30409"/>
            <a:ext cx="9144000" cy="482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1278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63659"/>
            <a:ext cx="9144000" cy="483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3678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65997"/>
            <a:ext cx="9144000" cy="4860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5751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32747"/>
            <a:ext cx="9144000" cy="4872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3255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23222"/>
            <a:ext cx="9144000" cy="4896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88357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42358"/>
            <a:ext cx="9144000" cy="4756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1755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49545"/>
            <a:ext cx="9144000" cy="470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14163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1962" y="629064"/>
            <a:ext cx="8171656" cy="309503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962" y="4079616"/>
            <a:ext cx="8220075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76716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81011" y="538479"/>
            <a:ext cx="8181975" cy="283844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012" y="3813608"/>
            <a:ext cx="8181975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57940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90536" y="586952"/>
            <a:ext cx="8171986" cy="283789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537" y="3780355"/>
            <a:ext cx="8162925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78248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7912" y="728344"/>
            <a:ext cx="8568175" cy="505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39262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9388" y="1690689"/>
            <a:ext cx="8705223" cy="377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11379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21052"/>
            <a:ext cx="9144000" cy="475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30308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179</TotalTime>
  <Words>22</Words>
  <PresentationFormat>Экран (4:3)</PresentationFormat>
  <Paragraphs>22</Paragraphs>
  <Slides>56</Slides>
  <Notes>22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56</vt:i4>
      </vt:variant>
    </vt:vector>
  </HeadingPairs>
  <TitlesOfParts>
    <vt:vector size="60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2022-02-17T19:17:18Z</dcterms:created>
  <dcterms:modified xsi:type="dcterms:W3CDTF">2023-10-06T08:26:40Z</dcterms:modified>
</cp:coreProperties>
</file>