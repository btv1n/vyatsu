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6" r:id="rId51"/>
    <p:sldId id="307" r:id="rId52"/>
    <p:sldId id="308" r:id="rId53"/>
    <p:sldId id="303" r:id="rId5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0790" autoAdjust="0"/>
  </p:normalViewPr>
  <p:slideViewPr>
    <p:cSldViewPr snapToGrid="0">
      <p:cViewPr varScale="1">
        <p:scale>
          <a:sx n="94" d="100"/>
          <a:sy n="94" d="100"/>
        </p:scale>
        <p:origin x="21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8E0CF8-0B1E-4742-8F6C-84EC68715544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7D281-2538-47E9-9C80-FEDF9D1853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399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012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044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029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866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380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264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773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960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599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101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736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634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495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488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53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781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246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3619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515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79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2259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679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8707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5828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7D281-2538-47E9-9C80-FEDF9D1853EC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602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1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91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02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37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3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8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76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97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94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69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688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428F9-9BF7-44B6-B560-78771699F809}" type="datetimeFigureOut">
              <a:rPr lang="ru-RU" smtClean="0"/>
              <a:t>20.10.2023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0B8E0-31D0-46B6-BD2A-C58571F1C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33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7013"/>
            <a:ext cx="9144000" cy="375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8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4503"/>
            <a:ext cx="9144000" cy="47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22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1462"/>
            <a:ext cx="9144000" cy="363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5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5073"/>
            <a:ext cx="9144000" cy="326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1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3263"/>
            <a:ext cx="9144000" cy="490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3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5544"/>
            <a:ext cx="9144000" cy="477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3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5419"/>
            <a:ext cx="9144000" cy="471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9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2767"/>
            <a:ext cx="9144000" cy="48581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964" y="5610882"/>
            <a:ext cx="417008" cy="16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6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3241"/>
            <a:ext cx="9144000" cy="487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7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081"/>
            <a:ext cx="9144000" cy="489151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433" y="5567804"/>
            <a:ext cx="616619" cy="2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3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7081"/>
            <a:ext cx="9144000" cy="48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2319"/>
            <a:ext cx="9144000" cy="49218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002" y="5694217"/>
            <a:ext cx="1007791" cy="17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3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8808"/>
            <a:ext cx="9144000" cy="483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0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6726"/>
            <a:ext cx="9144000" cy="484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1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6104"/>
            <a:ext cx="9144000" cy="473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0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9760"/>
            <a:ext cx="9144000" cy="487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1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1039"/>
            <a:ext cx="9144000" cy="488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8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3571"/>
            <a:ext cx="9144000" cy="482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5327"/>
            <a:ext cx="9144000" cy="486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2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3691"/>
            <a:ext cx="9144000" cy="47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1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9614"/>
            <a:ext cx="9144000" cy="480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8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1791"/>
            <a:ext cx="9144000" cy="469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6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7081"/>
            <a:ext cx="9144000" cy="489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3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7675"/>
            <a:ext cx="9144000" cy="49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0684"/>
            <a:ext cx="9144000" cy="484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9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8955"/>
            <a:ext cx="9144000" cy="491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1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4193"/>
            <a:ext cx="9144000" cy="490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7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0235"/>
            <a:ext cx="9144000" cy="488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0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6249"/>
            <a:ext cx="9144000" cy="48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5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8361"/>
            <a:ext cx="9144000" cy="488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2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0563"/>
            <a:ext cx="9144000" cy="484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1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5472"/>
            <a:ext cx="9144000" cy="490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6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5326"/>
            <a:ext cx="9144000" cy="485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4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4047"/>
            <a:ext cx="9144000" cy="482664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035" y="5590690"/>
            <a:ext cx="3610745" cy="23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3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284"/>
            <a:ext cx="9144000" cy="485049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745" y="5609781"/>
            <a:ext cx="2422921" cy="26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5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285"/>
            <a:ext cx="9144000" cy="486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45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1487"/>
            <a:ext cx="9144000" cy="481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5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5801"/>
            <a:ext cx="9144000" cy="486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90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5920"/>
            <a:ext cx="9144000" cy="484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8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4641"/>
            <a:ext cx="9144000" cy="482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5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8335"/>
            <a:ext cx="9144000" cy="479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0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9311"/>
            <a:ext cx="8678779" cy="525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1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1368"/>
            <a:ext cx="9144000" cy="48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9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7054"/>
            <a:ext cx="9144000" cy="478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9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1158"/>
            <a:ext cx="9144000" cy="484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7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3572"/>
            <a:ext cx="9144000" cy="481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9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0682"/>
            <a:ext cx="9144000" cy="483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790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5775" y="700655"/>
            <a:ext cx="8205563" cy="28624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787360"/>
            <a:ext cx="81724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936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5300" y="673458"/>
            <a:ext cx="8153400" cy="256874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550538"/>
            <a:ext cx="81534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896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011" y="442268"/>
            <a:ext cx="8181975" cy="259032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" y="3410200"/>
            <a:ext cx="81819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447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3014" y="1027907"/>
            <a:ext cx="8257971" cy="462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941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8545" y="1690689"/>
            <a:ext cx="8466910" cy="33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321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06031"/>
            <a:ext cx="9144000" cy="492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805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</TotalTime>
  <Words>25</Words>
  <PresentationFormat>Экран (4:3)</PresentationFormat>
  <Paragraphs>25</Paragraphs>
  <Slides>53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2022-02-25T20:06:39Z</dcterms:created>
  <dcterms:modified xsi:type="dcterms:W3CDTF">2023-10-20T10:34:18Z</dcterms:modified>
</cp:coreProperties>
</file>