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43" r:id="rId47"/>
    <p:sldId id="344" r:id="rId48"/>
    <p:sldId id="345" r:id="rId49"/>
    <p:sldId id="346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7" r:id="rId92"/>
    <p:sldId id="348" r:id="rId93"/>
    <p:sldId id="349" r:id="rId94"/>
    <p:sldId id="350" r:id="rId95"/>
    <p:sldId id="351" r:id="rId96"/>
    <p:sldId id="342" r:id="rId9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1884" autoAdjust="0"/>
  </p:normalViewPr>
  <p:slideViewPr>
    <p:cSldViewPr snapToGrid="0">
      <p:cViewPr varScale="1">
        <p:scale>
          <a:sx n="95" d="100"/>
          <a:sy n="95" d="100"/>
        </p:scale>
        <p:origin x="21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C7BB6-6A1C-478E-B3D7-FD17EF99AD1B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8B3F2-EE6A-4D2B-9213-524B580C6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096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650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031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892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454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399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818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756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733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062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864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560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6589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209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721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066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3253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9225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1018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41347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1843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2754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0833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72625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3001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1229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3478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2077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3218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6446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2249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7983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556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4049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4953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8147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7026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1975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4639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0849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2612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7274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7014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54226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6437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622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8396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42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26274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66451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8414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1202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70943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32712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35470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25006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40286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90681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0753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55139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59796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27521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76579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8B3F2-EE6A-4D2B-9213-524B580C6496}" type="slidenum">
              <a:rPr lang="ru-RU" smtClean="0"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568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9C80-8315-4DDC-B61D-D4C1BE8FE84F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446C-21D4-4672-AB47-83F3ECBFB1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05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9C80-8315-4DDC-B61D-D4C1BE8FE84F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446C-21D4-4672-AB47-83F3ECBFB1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329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9C80-8315-4DDC-B61D-D4C1BE8FE84F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446C-21D4-4672-AB47-83F3ECBFB1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55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9C80-8315-4DDC-B61D-D4C1BE8FE84F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446C-21D4-4672-AB47-83F3ECBFB1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221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9C80-8315-4DDC-B61D-D4C1BE8FE84F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446C-21D4-4672-AB47-83F3ECBFB1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37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9C80-8315-4DDC-B61D-D4C1BE8FE84F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446C-21D4-4672-AB47-83F3ECBFB1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50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9C80-8315-4DDC-B61D-D4C1BE8FE84F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446C-21D4-4672-AB47-83F3ECBFB1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66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9C80-8315-4DDC-B61D-D4C1BE8FE84F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446C-21D4-4672-AB47-83F3ECBFB1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879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9C80-8315-4DDC-B61D-D4C1BE8FE84F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446C-21D4-4672-AB47-83F3ECBFB1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642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9C80-8315-4DDC-B61D-D4C1BE8FE84F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446C-21D4-4672-AB47-83F3ECBFB1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4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9C80-8315-4DDC-B61D-D4C1BE8FE84F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3446C-21D4-4672-AB47-83F3ECBFB1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73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09C80-8315-4DDC-B61D-D4C1BE8FE84F}" type="datetimeFigureOut">
              <a:rPr lang="ru-RU" smtClean="0"/>
              <a:t>06.10.2023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3446C-21D4-4672-AB47-83F3ECBFB1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02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3224"/>
            <a:ext cx="9144000" cy="387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75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8480"/>
            <a:ext cx="9144000" cy="458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54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93362"/>
            <a:ext cx="9144000" cy="455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13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64285"/>
            <a:ext cx="9144000" cy="448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9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3770"/>
            <a:ext cx="9144000" cy="480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31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6923"/>
            <a:ext cx="9144000" cy="48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92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3441"/>
            <a:ext cx="9144000" cy="487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806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12581"/>
            <a:ext cx="9144000" cy="483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092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6051"/>
            <a:ext cx="9144000" cy="479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40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1776"/>
            <a:ext cx="9144000" cy="485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75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0763"/>
            <a:ext cx="9144000" cy="488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60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90970"/>
            <a:ext cx="9144000" cy="487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6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8614"/>
            <a:ext cx="9144000" cy="478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33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9118"/>
            <a:ext cx="9144000" cy="490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43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1244"/>
            <a:ext cx="9144000" cy="482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805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5682"/>
            <a:ext cx="9144000" cy="48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31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5249"/>
            <a:ext cx="9144000" cy="473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22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0953"/>
            <a:ext cx="9144000" cy="478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46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5489"/>
            <a:ext cx="9144000" cy="490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877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4105"/>
            <a:ext cx="9144000" cy="48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75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0804"/>
            <a:ext cx="9144000" cy="530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39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1624"/>
            <a:ext cx="9144000" cy="494071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778" y="5610618"/>
            <a:ext cx="3020574" cy="19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63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2240"/>
            <a:ext cx="9144000" cy="488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00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8606"/>
            <a:ext cx="9144000" cy="484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18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6578"/>
            <a:ext cx="9144000" cy="478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164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5173"/>
            <a:ext cx="9144000" cy="482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1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1461"/>
            <a:ext cx="9144000" cy="477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494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2267"/>
            <a:ext cx="9144000" cy="475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469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10217"/>
            <a:ext cx="9144000" cy="484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19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9915"/>
            <a:ext cx="9144000" cy="485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607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3087"/>
            <a:ext cx="9144000" cy="476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0667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7877"/>
            <a:ext cx="9144000" cy="480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366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02350"/>
            <a:ext cx="9144000" cy="493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6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8078"/>
            <a:ext cx="9144000" cy="484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844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98646"/>
            <a:ext cx="9144000" cy="483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5491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5994"/>
            <a:ext cx="9144000" cy="484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4620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1789"/>
            <a:ext cx="9144000" cy="485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138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9915"/>
            <a:ext cx="9144000" cy="485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643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0690"/>
            <a:ext cx="9144000" cy="484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119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9641"/>
            <a:ext cx="9144000" cy="485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0892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7556"/>
            <a:ext cx="9144000" cy="485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0401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6773"/>
            <a:ext cx="9144000" cy="483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791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96021"/>
            <a:ext cx="9144000" cy="483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145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6721"/>
            <a:ext cx="9144000" cy="487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450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13414"/>
            <a:ext cx="9144000" cy="478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19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126"/>
            <a:ext cx="9144000" cy="316154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957427"/>
            <a:ext cx="9144000" cy="248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494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126"/>
            <a:ext cx="9144000" cy="325280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87863"/>
            <a:ext cx="9144000" cy="24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253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254"/>
            <a:ext cx="9144000" cy="24765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9246"/>
            <a:ext cx="9144000" cy="438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759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82036"/>
            <a:ext cx="9144000" cy="48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416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0147"/>
            <a:ext cx="9144000" cy="48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051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1263"/>
            <a:ext cx="9144000" cy="429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126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1848"/>
            <a:ext cx="9144000" cy="449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78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3285"/>
            <a:ext cx="9144000" cy="472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581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52878"/>
            <a:ext cx="9144000" cy="482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3031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3089"/>
            <a:ext cx="9144000" cy="482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880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0199"/>
            <a:ext cx="9144000" cy="484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751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6772"/>
            <a:ext cx="9144000" cy="483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2936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3359"/>
            <a:ext cx="9144000" cy="481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894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0753"/>
            <a:ext cx="9144000" cy="490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432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0449"/>
            <a:ext cx="9144000" cy="483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6642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59721"/>
            <a:ext cx="9144000" cy="484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322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2021"/>
            <a:ext cx="9144000" cy="48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8015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5480"/>
            <a:ext cx="9144000" cy="481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976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3084"/>
            <a:ext cx="9144000" cy="482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240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0630"/>
            <a:ext cx="9144000" cy="47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8977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0965"/>
            <a:ext cx="9144000" cy="483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10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4665"/>
            <a:ext cx="9144000" cy="483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989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2061"/>
            <a:ext cx="9144000" cy="485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829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7599"/>
            <a:ext cx="9144000" cy="487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909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4157"/>
            <a:ext cx="9144000" cy="484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662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0184"/>
            <a:ext cx="9144000" cy="480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9547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9118"/>
            <a:ext cx="9144000" cy="490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964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4665"/>
            <a:ext cx="9144000" cy="483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502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5174"/>
            <a:ext cx="9144000" cy="482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641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99108"/>
            <a:ext cx="9144000" cy="490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700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3142"/>
            <a:ext cx="9144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666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9131"/>
            <a:ext cx="9144000" cy="482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4775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1756"/>
            <a:ext cx="9144000" cy="481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974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6509"/>
            <a:ext cx="9144000" cy="484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910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6269"/>
            <a:ext cx="9144000" cy="479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4848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9905"/>
            <a:ext cx="9144000" cy="480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4048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7008"/>
            <a:ext cx="9144000" cy="483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617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8097"/>
            <a:ext cx="9144000" cy="485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3404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0455"/>
            <a:ext cx="9144000" cy="474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716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7667"/>
            <a:ext cx="9144000" cy="488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7099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0449"/>
            <a:ext cx="9144000" cy="483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21808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8343"/>
            <a:ext cx="9144000" cy="484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28325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1485"/>
            <a:ext cx="9144000" cy="482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4311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2544"/>
            <a:ext cx="9144000" cy="488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3216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9812"/>
            <a:ext cx="9144000" cy="48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7547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31934"/>
            <a:ext cx="9144000" cy="265615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" y="3567700"/>
            <a:ext cx="9144000" cy="243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706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24722"/>
            <a:ext cx="9144000" cy="27030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62714"/>
            <a:ext cx="9144001" cy="267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28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8018"/>
            <a:ext cx="9144000" cy="248731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557588"/>
            <a:ext cx="9144000" cy="245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5326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7907"/>
            <a:ext cx="9144000" cy="465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46408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625"/>
            <a:ext cx="9144000" cy="33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2997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9179"/>
            <a:ext cx="9144000" cy="477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935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</TotalTime>
  <Words>63</Words>
  <PresentationFormat>Экран (4:3)</PresentationFormat>
  <Paragraphs>63</Paragraphs>
  <Slides>96</Slides>
  <Notes>63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96</vt:i4>
      </vt:variant>
    </vt:vector>
  </HeadingPairs>
  <TitlesOfParts>
    <vt:vector size="10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2022-02-05T09:11:14Z</dcterms:created>
  <dcterms:modified xsi:type="dcterms:W3CDTF">2023-10-06T08:24:20Z</dcterms:modified>
</cp:coreProperties>
</file>