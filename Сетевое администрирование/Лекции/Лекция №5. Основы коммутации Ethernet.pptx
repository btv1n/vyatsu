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41" r:id="rId41"/>
    <p:sldId id="342" r:id="rId42"/>
    <p:sldId id="343" r:id="rId43"/>
    <p:sldId id="344" r:id="rId44"/>
    <p:sldId id="345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4865" autoAdjust="0"/>
  </p:normalViewPr>
  <p:slideViewPr>
    <p:cSldViewPr snapToGrid="0">
      <p:cViewPr varScale="1">
        <p:scale>
          <a:sx n="87" d="100"/>
          <a:sy n="87" d="100"/>
        </p:scale>
        <p:origin x="23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A6954-1E35-4F79-B220-E31590E23DA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11580-7EA8-44CA-A7B2-A5C30620A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6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504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806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049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767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0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51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734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473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315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628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484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630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687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82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792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996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652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255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100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231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536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086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47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4664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721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161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883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922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08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277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aseline="0" dirty="0" smtClean="0"/>
              <a:t>1. A</a:t>
            </a:r>
          </a:p>
          <a:p>
            <a:pPr marL="0" indent="0">
              <a:buNone/>
            </a:pPr>
            <a:r>
              <a:rPr lang="en-US" baseline="0" dirty="0" smtClean="0"/>
              <a:t>2.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921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 </a:t>
            </a:r>
            <a:r>
              <a:rPr lang="en-US" dirty="0" smtClean="0"/>
              <a:t>C</a:t>
            </a:r>
            <a:endParaRPr lang="ru-RU" dirty="0" smtClean="0"/>
          </a:p>
          <a:p>
            <a:r>
              <a:rPr lang="ru-RU" dirty="0" smtClean="0"/>
              <a:t>2.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7969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3.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4.</a:t>
            </a:r>
            <a:r>
              <a:rPr lang="en-US" dirty="0" smtClean="0"/>
              <a:t> ABCD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5595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5.</a:t>
            </a:r>
            <a:r>
              <a:rPr lang="en-US" dirty="0" smtClean="0"/>
              <a:t> ABC</a:t>
            </a:r>
            <a:endParaRPr lang="ru-RU" dirty="0" smtClean="0"/>
          </a:p>
          <a:p>
            <a:r>
              <a:rPr lang="ru-RU" dirty="0" smtClean="0"/>
              <a:t>6.</a:t>
            </a:r>
            <a:r>
              <a:rPr lang="en-US" dirty="0" smtClean="0"/>
              <a:t> ACD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3828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7.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8.</a:t>
            </a:r>
            <a:r>
              <a:rPr lang="en-US" dirty="0" smtClean="0"/>
              <a:t> A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6654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9.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10.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137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1346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7644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7033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2885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5534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9779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065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4902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1331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1959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0132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754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3166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7741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9574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158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2664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06917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9597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6217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6606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4246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1152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6451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1323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9242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1.AC</a:t>
            </a:r>
          </a:p>
          <a:p>
            <a:r>
              <a:rPr lang="ru-RU" dirty="0" smtClean="0"/>
              <a:t>2.После выполнения команды </a:t>
            </a:r>
            <a:r>
              <a:rPr lang="ru-RU" dirty="0" err="1" smtClean="0"/>
              <a:t>port</a:t>
            </a:r>
            <a:r>
              <a:rPr lang="ru-RU" dirty="0" smtClean="0"/>
              <a:t> </a:t>
            </a:r>
            <a:r>
              <a:rPr lang="ru-RU" dirty="0" err="1" smtClean="0"/>
              <a:t>trunk</a:t>
            </a:r>
            <a:r>
              <a:rPr lang="ru-RU" dirty="0" smtClean="0"/>
              <a:t> </a:t>
            </a:r>
            <a:r>
              <a:rPr lang="ru-RU" dirty="0" err="1" smtClean="0"/>
              <a:t>allow-pass</a:t>
            </a:r>
            <a:r>
              <a:rPr lang="ru-RU" dirty="0" smtClean="0"/>
              <a:t> vlan2 3кадры VLAN 5 не могут передаваться через интерфейс магистрального канала. По умолчанию через интерфейс магистрального канала могут передаваться кадры VLAN 1. Таким образом, все кадры VLAN от 1 по 3 могут передаваться через интерфейс.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F11580-7EA8-44CA-A7B2-A5C30620A0DA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85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6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43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85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06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54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33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89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9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14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09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61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4C298-CABA-4738-B39B-59DFB4630068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12550-CFEC-43AB-A905-3EA2DC202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39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74"/>
            <a:ext cx="9144000" cy="383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3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481"/>
            <a:ext cx="9144000" cy="388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4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7154"/>
            <a:ext cx="9144000" cy="2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9848"/>
            <a:ext cx="9144000" cy="257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4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660"/>
            <a:ext cx="9144000" cy="48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2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7196"/>
            <a:ext cx="9144000" cy="48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0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721"/>
            <a:ext cx="9144000" cy="48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01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3538"/>
            <a:ext cx="9144000" cy="481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7226"/>
            <a:ext cx="91440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8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3782"/>
            <a:ext cx="9144000" cy="417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75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405"/>
            <a:ext cx="9144000" cy="45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36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399"/>
            <a:ext cx="9144000" cy="479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3474"/>
            <a:ext cx="9144000" cy="447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78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7453"/>
            <a:ext cx="9144000" cy="475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2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0663"/>
            <a:ext cx="9144000" cy="4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41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2677"/>
            <a:ext cx="9144000" cy="42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3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7222"/>
            <a:ext cx="9144000" cy="424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07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7226"/>
            <a:ext cx="9144000" cy="25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38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4488"/>
            <a:ext cx="9144000" cy="51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5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6285"/>
            <a:ext cx="9144000" cy="516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8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118"/>
            <a:ext cx="9144000" cy="49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26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4579"/>
            <a:ext cx="9144000" cy="45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8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335"/>
            <a:ext cx="9144000" cy="46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2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944"/>
            <a:ext cx="9144000" cy="484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65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4321"/>
            <a:ext cx="9144000" cy="45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335"/>
            <a:ext cx="9144000" cy="513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26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8827"/>
            <a:ext cx="9144000" cy="39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44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0341"/>
            <a:ext cx="9144000" cy="44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19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4514"/>
            <a:ext cx="9144000" cy="450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51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584"/>
            <a:ext cx="9144000" cy="421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3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2371"/>
            <a:ext cx="9144000" cy="499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99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4449"/>
            <a:ext cx="9144000" cy="26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80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441"/>
            <a:ext cx="9144000" cy="44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19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979"/>
            <a:ext cx="9144000" cy="536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8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760638"/>
            <a:ext cx="9144001" cy="56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0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7235"/>
            <a:ext cx="9144000" cy="541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41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1368"/>
            <a:ext cx="9144000" cy="56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78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5116"/>
            <a:ext cx="9144000" cy="494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86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1549"/>
            <a:ext cx="9144000" cy="475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07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31505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50543"/>
            <a:ext cx="9144000" cy="360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23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30410"/>
            <a:ext cx="9144000" cy="29205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50967"/>
            <a:ext cx="9144000" cy="31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11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48300"/>
            <a:ext cx="9144000" cy="28847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33077"/>
            <a:ext cx="9144000" cy="319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68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27907"/>
            <a:ext cx="9144000" cy="423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32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44926"/>
            <a:ext cx="9144000" cy="36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13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6490"/>
            <a:ext cx="9144000" cy="355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06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35013"/>
            <a:ext cx="9144000" cy="385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657"/>
            <a:ext cx="9144000" cy="465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42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967"/>
            <a:ext cx="9144000" cy="337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53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19126"/>
            <a:ext cx="9144000" cy="274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1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1483"/>
            <a:ext cx="9144000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132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5182"/>
            <a:ext cx="9144000" cy="496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45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3974"/>
            <a:ext cx="9144000" cy="268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63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4449"/>
            <a:ext cx="9144000" cy="4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783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2460"/>
            <a:ext cx="9144000" cy="431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620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7671"/>
            <a:ext cx="9144000" cy="491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83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5553"/>
            <a:ext cx="9144000" cy="484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80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8172"/>
            <a:ext cx="9144000" cy="444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553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112"/>
            <a:ext cx="9144000" cy="498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80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890"/>
            <a:ext cx="9144000" cy="492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828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4077"/>
            <a:ext cx="9144000" cy="501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034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960"/>
            <a:ext cx="9144000" cy="491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177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4295"/>
            <a:ext cx="9144000" cy="50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83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9880"/>
            <a:ext cx="9144000" cy="47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141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821"/>
            <a:ext cx="9144000" cy="503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304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093"/>
            <a:ext cx="9144000" cy="49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335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8622"/>
            <a:ext cx="9144000" cy="49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593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7226"/>
            <a:ext cx="9144000" cy="269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944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9880"/>
            <a:ext cx="9144000" cy="456622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811" y="5306100"/>
            <a:ext cx="2690344" cy="2518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155" y="5306100"/>
            <a:ext cx="3921845" cy="1955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636" y="5475474"/>
            <a:ext cx="904934" cy="18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389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4488"/>
            <a:ext cx="9144000" cy="505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050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439"/>
            <a:ext cx="9144000" cy="463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147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2938"/>
            <a:ext cx="9144000" cy="26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52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481"/>
            <a:ext cx="9144000" cy="417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122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8352"/>
            <a:ext cx="9144000" cy="37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949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440"/>
            <a:ext cx="9144000" cy="4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639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8622"/>
            <a:ext cx="9144000" cy="501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138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7196"/>
            <a:ext cx="9144000" cy="484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464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3974"/>
            <a:ext cx="9144000" cy="406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96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4810"/>
            <a:ext cx="9144000" cy="499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569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020"/>
            <a:ext cx="9144000" cy="43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052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1587"/>
            <a:ext cx="9144000" cy="494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574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2460"/>
            <a:ext cx="9144000" cy="432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57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3871"/>
            <a:ext cx="9144000" cy="392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583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5682"/>
            <a:ext cx="9144000" cy="43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038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1844"/>
            <a:ext cx="9144000" cy="498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302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0920"/>
            <a:ext cx="9144000" cy="43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238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222"/>
            <a:ext cx="9144000" cy="435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851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8146"/>
            <a:ext cx="9144000" cy="48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786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040"/>
            <a:ext cx="9144000" cy="403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142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2421"/>
            <a:ext cx="9144000" cy="404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24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2793"/>
            <a:ext cx="9144000" cy="347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632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</TotalTime>
  <Words>145</Words>
  <PresentationFormat>Экран (4:3)</PresentationFormat>
  <Paragraphs>77</Paragraphs>
  <Slides>90</Slides>
  <Notes>63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90</vt:i4>
      </vt:variant>
    </vt:vector>
  </HeadingPairs>
  <TitlesOfParts>
    <vt:vector size="9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2022-03-20T10:40:51Z</dcterms:created>
  <dcterms:modified xsi:type="dcterms:W3CDTF">2024-01-20T11:04:23Z</dcterms:modified>
</cp:coreProperties>
</file>