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43" r:id="rId60"/>
    <p:sldId id="344" r:id="rId61"/>
    <p:sldId id="345" r:id="rId62"/>
    <p:sldId id="346" r:id="rId63"/>
    <p:sldId id="347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8" r:id="rId92"/>
    <p:sldId id="349" r:id="rId93"/>
    <p:sldId id="350" r:id="rId94"/>
    <p:sldId id="351" r:id="rId95"/>
    <p:sldId id="352" r:id="rId96"/>
    <p:sldId id="341" r:id="rId97"/>
    <p:sldId id="342" r:id="rId9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8636" autoAdjust="0"/>
  </p:normalViewPr>
  <p:slideViewPr>
    <p:cSldViewPr snapToGrid="0">
      <p:cViewPr varScale="1">
        <p:scale>
          <a:sx n="91" d="100"/>
          <a:sy n="91" d="100"/>
        </p:scale>
        <p:origin x="22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C6345-D72F-4AFA-86E4-9E3119AA5AC9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62CD6-40FE-42A2-A059-986CF9DFB9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404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349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177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504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636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049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742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420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270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614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887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578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024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53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616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073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765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407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602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573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1414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047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760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6531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6495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672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612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9932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564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1172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769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0737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4129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1694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3377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5135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•Ответ: </a:t>
            </a:r>
            <a:r>
              <a:rPr lang="en-US" dirty="0" smtClean="0"/>
              <a:t>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8952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 </a:t>
            </a:r>
            <a:r>
              <a:rPr lang="en-US" dirty="0" smtClean="0"/>
              <a:t>C</a:t>
            </a:r>
            <a:endParaRPr lang="ru-RU" dirty="0" smtClean="0"/>
          </a:p>
          <a:p>
            <a:r>
              <a:rPr lang="ru-RU" dirty="0" smtClean="0"/>
              <a:t>2.</a:t>
            </a:r>
            <a:r>
              <a:rPr lang="en-US" dirty="0" smtClean="0"/>
              <a:t>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7205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3.</a:t>
            </a:r>
            <a:r>
              <a:rPr lang="en-US" dirty="0" smtClean="0"/>
              <a:t> A</a:t>
            </a:r>
            <a:endParaRPr lang="ru-RU" dirty="0" smtClean="0"/>
          </a:p>
          <a:p>
            <a:r>
              <a:rPr lang="ru-RU" dirty="0" smtClean="0"/>
              <a:t>4.</a:t>
            </a:r>
            <a:r>
              <a:rPr lang="en-US" dirty="0" smtClean="0"/>
              <a:t> 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4626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5.</a:t>
            </a:r>
            <a:r>
              <a:rPr lang="en-US" dirty="0" smtClean="0"/>
              <a:t> ABCD</a:t>
            </a:r>
            <a:endParaRPr lang="ru-RU" dirty="0" smtClean="0"/>
          </a:p>
          <a:p>
            <a:r>
              <a:rPr lang="ru-RU" dirty="0" smtClean="0"/>
              <a:t>6.</a:t>
            </a:r>
            <a:r>
              <a:rPr lang="en-US" dirty="0" smtClean="0"/>
              <a:t> AB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096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7.</a:t>
            </a:r>
            <a:r>
              <a:rPr lang="en-US" dirty="0" smtClean="0"/>
              <a:t> B</a:t>
            </a:r>
            <a:endParaRPr lang="ru-RU" dirty="0" smtClean="0"/>
          </a:p>
          <a:p>
            <a:r>
              <a:rPr lang="ru-RU" dirty="0" smtClean="0"/>
              <a:t>8.</a:t>
            </a:r>
            <a:r>
              <a:rPr lang="en-US" dirty="0" smtClean="0"/>
              <a:t>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2602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9.</a:t>
            </a:r>
            <a:r>
              <a:rPr lang="en-US" dirty="0" smtClean="0"/>
              <a:t> B</a:t>
            </a:r>
            <a:endParaRPr lang="ru-RU" dirty="0" smtClean="0"/>
          </a:p>
          <a:p>
            <a:r>
              <a:rPr lang="ru-RU" dirty="0" smtClean="0"/>
              <a:t>10.</a:t>
            </a:r>
            <a:r>
              <a:rPr lang="en-US" dirty="0" smtClean="0"/>
              <a:t>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5776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0181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1303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9111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3762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1635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8071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488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0619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15130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1. C</a:t>
            </a:r>
          </a:p>
          <a:p>
            <a:r>
              <a:rPr lang="en-US" dirty="0" smtClean="0"/>
              <a:t>2. 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7782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3. A</a:t>
            </a:r>
          </a:p>
          <a:p>
            <a:r>
              <a:rPr lang="en-US" dirty="0" smtClean="0"/>
              <a:t>4. 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9259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5. BC</a:t>
            </a:r>
          </a:p>
          <a:p>
            <a:r>
              <a:rPr lang="en-US" dirty="0" smtClean="0"/>
              <a:t>6.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0691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7. A</a:t>
            </a:r>
          </a:p>
          <a:p>
            <a:r>
              <a:rPr lang="en-US" dirty="0" smtClean="0"/>
              <a:t>8.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1267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9. A</a:t>
            </a:r>
          </a:p>
          <a:p>
            <a:r>
              <a:rPr lang="en-US" dirty="0" smtClean="0"/>
              <a:t>10.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462CD6-40FE-42A2-A059-986CF9DFB93D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232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60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67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7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799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286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75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076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38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29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55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72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06DFE-A8EE-4462-A855-0052CE31914B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1F71C-C43F-42C8-AB32-487018941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58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6801"/>
            <a:ext cx="9144000" cy="381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81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5203"/>
            <a:ext cx="9144000" cy="43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1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8567"/>
            <a:ext cx="9144000" cy="365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2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2055"/>
            <a:ext cx="9144000" cy="3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7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5421"/>
            <a:ext cx="9144000" cy="483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4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5992"/>
            <a:ext cx="9144000" cy="475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25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070"/>
            <a:ext cx="9144000" cy="499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5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4266"/>
            <a:ext cx="9144000" cy="477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2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1755"/>
            <a:ext cx="9144000" cy="467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86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6905"/>
            <a:ext cx="9144000" cy="48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17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0627"/>
            <a:ext cx="9144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62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9029"/>
            <a:ext cx="9144000" cy="45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7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6688"/>
            <a:ext cx="9144000" cy="363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75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4869"/>
            <a:ext cx="9144000" cy="502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21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6084"/>
            <a:ext cx="9144000" cy="51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59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2882"/>
            <a:ext cx="9144000" cy="49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24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2919"/>
            <a:ext cx="9144000" cy="497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84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9941"/>
            <a:ext cx="9144000" cy="447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65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7425"/>
            <a:ext cx="9144000" cy="43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89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129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44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4869"/>
            <a:ext cx="9144000" cy="509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36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6992"/>
            <a:ext cx="9144000" cy="466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94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5782"/>
            <a:ext cx="9144000" cy="497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58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2495"/>
            <a:ext cx="9144000" cy="466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77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070"/>
            <a:ext cx="9144000" cy="486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59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2796"/>
            <a:ext cx="9144000" cy="502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83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7683"/>
            <a:ext cx="9144000" cy="485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46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1885"/>
            <a:ext cx="9144000" cy="429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72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1927"/>
            <a:ext cx="9144000" cy="476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6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3788"/>
            <a:ext cx="9144000" cy="337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0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9243"/>
            <a:ext cx="9144000" cy="493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81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0712"/>
            <a:ext cx="9144000" cy="476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0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6819"/>
            <a:ext cx="9144000" cy="488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43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6992"/>
            <a:ext cx="9144000" cy="46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82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1192"/>
            <a:ext cx="9144000" cy="476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06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3143"/>
            <a:ext cx="9144000" cy="463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42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156"/>
            <a:ext cx="9144000" cy="485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92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0413"/>
            <a:ext cx="9144000" cy="380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626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6257"/>
            <a:ext cx="9144000" cy="49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03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7252"/>
            <a:ext cx="9144000" cy="46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93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9679"/>
            <a:ext cx="9144000" cy="357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58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4653"/>
            <a:ext cx="9144000" cy="532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65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6815"/>
            <a:ext cx="9144000" cy="398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406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4264"/>
            <a:ext cx="9144000" cy="389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57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9157"/>
            <a:ext cx="9144000" cy="492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556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0023"/>
            <a:ext cx="9144000" cy="408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745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2056"/>
            <a:ext cx="9144000" cy="491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8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2444"/>
            <a:ext cx="9144000" cy="502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880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1494"/>
            <a:ext cx="9144000" cy="500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152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5690"/>
            <a:ext cx="9144000" cy="46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78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0413"/>
            <a:ext cx="9144000" cy="421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161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8596"/>
            <a:ext cx="9144000" cy="499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998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4481"/>
            <a:ext cx="9144000" cy="485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452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4482"/>
            <a:ext cx="9144000" cy="489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361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7599"/>
            <a:ext cx="9144000" cy="40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421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6257"/>
            <a:ext cx="9144000" cy="50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52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4955"/>
            <a:ext cx="9144000" cy="482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592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03140"/>
            <a:ext cx="9144000" cy="30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9520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369809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8097"/>
            <a:ext cx="9144000" cy="288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574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5126"/>
            <a:ext cx="9144000" cy="28374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2550"/>
            <a:ext cx="9144000" cy="313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869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5126"/>
            <a:ext cx="9144000" cy="312651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74525"/>
            <a:ext cx="9144000" cy="287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812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531205"/>
            <a:ext cx="9144000" cy="391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41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690689"/>
            <a:ext cx="9144000" cy="363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402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1064"/>
            <a:ext cx="9144000" cy="440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32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91184"/>
            <a:ext cx="9144000" cy="383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313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8378"/>
            <a:ext cx="9144000" cy="327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756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6304"/>
            <a:ext cx="9144000" cy="346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971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7637"/>
            <a:ext cx="9144000" cy="31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829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4395"/>
            <a:ext cx="9144000" cy="497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767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5394"/>
            <a:ext cx="9144000" cy="48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89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7600"/>
            <a:ext cx="9144000" cy="30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450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2796"/>
            <a:ext cx="9144000" cy="49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32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6171"/>
            <a:ext cx="9144000" cy="49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724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2796"/>
            <a:ext cx="9144000" cy="48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523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8509"/>
            <a:ext cx="9144000" cy="4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668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0975"/>
            <a:ext cx="9144000" cy="308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674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6690"/>
            <a:ext cx="9144000" cy="44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142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4005"/>
            <a:ext cx="9144000" cy="488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744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9156"/>
            <a:ext cx="9144000" cy="504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500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2532"/>
            <a:ext cx="9144000" cy="489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173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6257"/>
            <a:ext cx="9144000" cy="496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057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0975"/>
            <a:ext cx="9144000" cy="307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857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1883"/>
            <a:ext cx="9144000" cy="497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962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2883"/>
            <a:ext cx="9144000" cy="481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427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6084"/>
            <a:ext cx="9144000" cy="499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76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6559"/>
            <a:ext cx="9144000" cy="500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304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3746"/>
            <a:ext cx="9144000" cy="494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442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9336"/>
            <a:ext cx="9144000" cy="497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528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04098"/>
            <a:ext cx="9144000" cy="498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197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06900"/>
            <a:ext cx="9144000" cy="197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848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4511"/>
            <a:ext cx="9144000" cy="340490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89419"/>
            <a:ext cx="9144000" cy="314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9693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28588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73906"/>
            <a:ext cx="9144000" cy="378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5917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5126"/>
            <a:ext cx="9144000" cy="34049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16246"/>
            <a:ext cx="9144000" cy="220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402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200166"/>
            <a:ext cx="9144000" cy="414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603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491184"/>
            <a:ext cx="9144000" cy="394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9575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8189"/>
            <a:ext cx="9144000" cy="246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102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3358"/>
            <a:ext cx="9144000" cy="50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131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</TotalTime>
  <Words>119</Words>
  <PresentationFormat>Экран (4:3)</PresentationFormat>
  <Paragraphs>76</Paragraphs>
  <Slides>97</Slides>
  <Notes>55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97</vt:i4>
      </vt:variant>
    </vt:vector>
  </HeadingPairs>
  <TitlesOfParts>
    <vt:vector size="10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2022-04-01T18:48:38Z</dcterms:created>
  <dcterms:modified xsi:type="dcterms:W3CDTF">2024-01-20T11:07:56Z</dcterms:modified>
</cp:coreProperties>
</file>