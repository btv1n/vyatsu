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29" r:id="rId48"/>
    <p:sldId id="330" r:id="rId49"/>
    <p:sldId id="331" r:id="rId50"/>
    <p:sldId id="332" r:id="rId51"/>
    <p:sldId id="333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34" r:id="rId79"/>
    <p:sldId id="335" r:id="rId80"/>
    <p:sldId id="336" r:id="rId81"/>
    <p:sldId id="337" r:id="rId82"/>
    <p:sldId id="338" r:id="rId83"/>
    <p:sldId id="328" r:id="rId8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79529" autoAdjust="0"/>
  </p:normalViewPr>
  <p:slideViewPr>
    <p:cSldViewPr snapToGrid="0">
      <p:cViewPr varScale="1">
        <p:scale>
          <a:sx n="92" d="100"/>
          <a:sy n="92" d="100"/>
        </p:scale>
        <p:origin x="21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B1AE1-5330-43EE-98ED-0FFD37AD49AA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36979F-043F-4C0C-82F7-7A8078916E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657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668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543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659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521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65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5547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704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1.Если балансировка нагрузки пакетов выполняется по разным каналам по пакетам, может произойти неупорядоченная доставка пакетов. Если пакеты сбалансированы по нагрузке в один канал по потокам, неупорядоченная доставка пакетов не произойдет. Однако один поток не может полностью использовать пропускную способность всего </a:t>
            </a:r>
            <a:r>
              <a:rPr lang="ru-RU" dirty="0" err="1" smtClean="0"/>
              <a:t>Eth-Trunk</a:t>
            </a:r>
            <a:r>
              <a:rPr lang="ru-RU" dirty="0" smtClean="0"/>
              <a:t>.</a:t>
            </a:r>
          </a:p>
          <a:p>
            <a:r>
              <a:rPr lang="ru-RU" dirty="0" smtClean="0"/>
              <a:t>2.Коммутаторы сравнивают приоритеты системы. Меньшее значение указывает на более высокий приоритет. Если приоритеты системы одинаковы, сравниваются MAC-адреса моста. MAC-адрес моста меньшего размера указывает на более высокий приоритет. Устройство с более высоким приоритетом начинает функционировать как </a:t>
            </a:r>
            <a:r>
              <a:rPr lang="ru-RU" dirty="0" err="1" smtClean="0"/>
              <a:t>Actor</a:t>
            </a:r>
            <a:r>
              <a:rPr lang="ru-RU" dirty="0" smtClean="0"/>
              <a:t>.</a:t>
            </a:r>
          </a:p>
          <a:p>
            <a:r>
              <a:rPr lang="ru-RU" dirty="0" smtClean="0"/>
              <a:t>3.CSS и </a:t>
            </a:r>
            <a:r>
              <a:rPr lang="ru-RU" dirty="0" err="1" smtClean="0"/>
              <a:t>iStack</a:t>
            </a:r>
            <a:r>
              <a:rPr lang="ru-RU" dirty="0" smtClean="0"/>
              <a:t> упрощают управление сетью, повышают надежность сети, полностью используют пропускную способность сетевого канала и используют </a:t>
            </a:r>
            <a:r>
              <a:rPr lang="ru-RU" dirty="0" err="1" smtClean="0"/>
              <a:t>Eth-Trunk</a:t>
            </a:r>
            <a:r>
              <a:rPr lang="ru-RU" dirty="0" smtClean="0"/>
              <a:t> между устройствами для построения физической сети без петель.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136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1. </a:t>
            </a:r>
            <a:r>
              <a:rPr lang="en-US" dirty="0" smtClean="0"/>
              <a:t>B</a:t>
            </a:r>
            <a:endParaRPr lang="ru-RU" dirty="0" smtClean="0"/>
          </a:p>
          <a:p>
            <a:r>
              <a:rPr lang="ru-RU" dirty="0" smtClean="0"/>
              <a:t>2.</a:t>
            </a:r>
            <a:r>
              <a:rPr lang="en-US" dirty="0" smtClean="0"/>
              <a:t>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005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3.</a:t>
            </a:r>
            <a:r>
              <a:rPr lang="en-US" dirty="0" smtClean="0"/>
              <a:t> C</a:t>
            </a:r>
            <a:endParaRPr lang="ru-RU" dirty="0" smtClean="0"/>
          </a:p>
          <a:p>
            <a:r>
              <a:rPr lang="ru-RU" dirty="0" smtClean="0"/>
              <a:t>4.</a:t>
            </a:r>
            <a:r>
              <a:rPr lang="en-US" dirty="0" smtClean="0"/>
              <a:t>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969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5.</a:t>
            </a:r>
            <a:r>
              <a:rPr lang="en-US" dirty="0" smtClean="0"/>
              <a:t> B</a:t>
            </a:r>
            <a:endParaRPr lang="ru-RU" dirty="0" smtClean="0"/>
          </a:p>
          <a:p>
            <a:r>
              <a:rPr lang="ru-RU" dirty="0" smtClean="0"/>
              <a:t>6.</a:t>
            </a:r>
            <a:r>
              <a:rPr lang="en-US" dirty="0" smtClean="0"/>
              <a:t> BC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1713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7.</a:t>
            </a:r>
            <a:r>
              <a:rPr lang="en-US" dirty="0" smtClean="0"/>
              <a:t> ABC</a:t>
            </a:r>
            <a:endParaRPr lang="ru-RU" dirty="0" smtClean="0"/>
          </a:p>
          <a:p>
            <a:r>
              <a:rPr lang="ru-RU" dirty="0" smtClean="0"/>
              <a:t>8.</a:t>
            </a:r>
            <a:r>
              <a:rPr lang="en-US" dirty="0" smtClean="0"/>
              <a:t>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9177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9.</a:t>
            </a:r>
            <a:r>
              <a:rPr lang="en-US" dirty="0" smtClean="0"/>
              <a:t> A</a:t>
            </a:r>
            <a:endParaRPr lang="ru-RU" dirty="0" smtClean="0"/>
          </a:p>
          <a:p>
            <a:r>
              <a:rPr lang="ru-RU" dirty="0" smtClean="0"/>
              <a:t>10.</a:t>
            </a:r>
            <a:r>
              <a:rPr lang="en-US" dirty="0" smtClean="0"/>
              <a:t>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235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0309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8781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3506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807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4891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823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176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6774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6827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161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20000" marR="0" lvl="2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微软雅黑" panose="020B0503020204020204" pitchFamily="34" charset="-122"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0233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7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3068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5643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4329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34957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Huawei Sans" panose="020C0503030203020204" pitchFamily="34" charset="0"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8734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C</a:t>
            </a:r>
          </a:p>
          <a:p>
            <a:pPr marL="228600" marR="0" lvl="0" indent="-22860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sz="11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Такие параметры, как IP-адрес источника/назначения, номер порта источника/назначения, тип протокола и флаг TCP (SYN, ACK или FIN).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4200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ru-RU" dirty="0" smtClean="0"/>
              <a:t>. </a:t>
            </a:r>
            <a:r>
              <a:rPr lang="en-US" dirty="0" smtClean="0"/>
              <a:t>D</a:t>
            </a:r>
            <a:endParaRPr lang="ru-RU" dirty="0" smtClean="0"/>
          </a:p>
          <a:p>
            <a:r>
              <a:rPr lang="ru-RU" dirty="0" smtClean="0"/>
              <a:t>2.</a:t>
            </a:r>
            <a:r>
              <a:rPr lang="en-US" dirty="0" smtClean="0"/>
              <a:t>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2256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3.</a:t>
            </a:r>
            <a:r>
              <a:rPr lang="en-US" dirty="0" smtClean="0"/>
              <a:t> C</a:t>
            </a:r>
            <a:endParaRPr lang="ru-RU" dirty="0" smtClean="0"/>
          </a:p>
          <a:p>
            <a:r>
              <a:rPr lang="ru-RU" dirty="0" smtClean="0"/>
              <a:t>4.</a:t>
            </a:r>
            <a:r>
              <a:rPr lang="en-US" dirty="0" smtClean="0"/>
              <a:t>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02166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5.</a:t>
            </a:r>
            <a:r>
              <a:rPr lang="en-US" dirty="0" smtClean="0"/>
              <a:t> D</a:t>
            </a:r>
            <a:endParaRPr lang="ru-RU" dirty="0" smtClean="0"/>
          </a:p>
          <a:p>
            <a:r>
              <a:rPr lang="ru-RU" dirty="0" smtClean="0"/>
              <a:t>6.</a:t>
            </a:r>
            <a:r>
              <a:rPr lang="en-US" dirty="0" smtClean="0"/>
              <a:t> BC</a:t>
            </a:r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91719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7.</a:t>
            </a:r>
            <a:r>
              <a:rPr lang="en-US" dirty="0" smtClean="0"/>
              <a:t> ABC</a:t>
            </a:r>
            <a:endParaRPr lang="ru-RU" dirty="0" smtClean="0"/>
          </a:p>
          <a:p>
            <a:r>
              <a:rPr lang="ru-RU" dirty="0" smtClean="0"/>
              <a:t>8.</a:t>
            </a:r>
            <a:r>
              <a:rPr lang="en-US" dirty="0" smtClean="0"/>
              <a:t> A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6336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9.</a:t>
            </a:r>
            <a:r>
              <a:rPr lang="en-US" dirty="0" smtClean="0"/>
              <a:t> A</a:t>
            </a:r>
            <a:endParaRPr lang="ru-RU" dirty="0" smtClean="0"/>
          </a:p>
          <a:p>
            <a:r>
              <a:rPr lang="ru-RU" dirty="0" smtClean="0"/>
              <a:t>10.</a:t>
            </a:r>
            <a:r>
              <a:rPr lang="en-US" dirty="0" smtClean="0"/>
              <a:t> B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36979F-043F-4C0C-82F7-7A8078916E9A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78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438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603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133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627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745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630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68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3350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93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063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40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D0868-C11D-4AE6-8412-8B22A5EEEBCC}" type="datetimeFigureOut">
              <a:rPr lang="ru-RU" smtClean="0"/>
              <a:t>20.01.2024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0A57E-4456-48D9-B4A2-271E8A5372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97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5244"/>
            <a:ext cx="9144000" cy="371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37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6751"/>
            <a:ext cx="9144000" cy="431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4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7025"/>
            <a:ext cx="9144000" cy="406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4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7714"/>
            <a:ext cx="9144000" cy="2755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6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5208"/>
            <a:ext cx="9144000" cy="497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337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7081"/>
            <a:ext cx="9144000" cy="503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341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7136"/>
            <a:ext cx="9144000" cy="498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63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8031"/>
            <a:ext cx="9144000" cy="49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43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0202"/>
            <a:ext cx="9144000" cy="50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5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5494"/>
            <a:ext cx="9144000" cy="504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90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5601"/>
            <a:ext cx="9144000" cy="47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128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01423"/>
            <a:ext cx="9144000" cy="456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78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8194"/>
            <a:ext cx="9144000" cy="469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3744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8561"/>
            <a:ext cx="9144000" cy="535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609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5384"/>
            <a:ext cx="9144000" cy="489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86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23826" y="794543"/>
            <a:ext cx="9267825" cy="4995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169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8248"/>
            <a:ext cx="9144000" cy="482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277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2848"/>
            <a:ext cx="9144000" cy="537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334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7135"/>
            <a:ext cx="9144000" cy="479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011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02481"/>
            <a:ext cx="9144000" cy="490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045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9836"/>
            <a:ext cx="9144000" cy="48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054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37394"/>
            <a:ext cx="9144000" cy="493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0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9781"/>
            <a:ext cx="9144000" cy="481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51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9251"/>
            <a:ext cx="9144000" cy="3662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01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0839"/>
            <a:ext cx="9144000" cy="428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6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3906"/>
            <a:ext cx="9144000" cy="427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23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9198"/>
            <a:ext cx="9144000" cy="470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0390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8669"/>
            <a:ext cx="9144000" cy="494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35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809890"/>
            <a:ext cx="9144000" cy="494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09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87665"/>
            <a:ext cx="9144000" cy="528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060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2847"/>
            <a:ext cx="914400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86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4543"/>
            <a:ext cx="9144000" cy="503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0168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7609"/>
            <a:ext cx="9144000" cy="502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946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9835"/>
            <a:ext cx="9144000" cy="432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926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0201"/>
            <a:ext cx="9144000" cy="4601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19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6076"/>
            <a:ext cx="9144000" cy="481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570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7555"/>
            <a:ext cx="9144000" cy="451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6635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9727"/>
            <a:ext cx="9144000" cy="488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566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01423"/>
            <a:ext cx="9144000" cy="487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67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1526"/>
            <a:ext cx="9144000" cy="273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023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10948"/>
            <a:ext cx="9144000" cy="486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021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4543"/>
            <a:ext cx="9144000" cy="5036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431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14123"/>
            <a:ext cx="9144000" cy="508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08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3906"/>
            <a:ext cx="9144000" cy="4855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048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5386"/>
            <a:ext cx="9144000" cy="492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850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3486"/>
            <a:ext cx="9144000" cy="214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068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18563"/>
            <a:ext cx="9144000" cy="314425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9378"/>
            <a:ext cx="9144000" cy="315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037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85085"/>
            <a:ext cx="9144000" cy="314391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09041"/>
            <a:ext cx="9144000" cy="286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4684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65126"/>
            <a:ext cx="9144000" cy="285146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408327"/>
            <a:ext cx="9144000" cy="315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966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452928"/>
            <a:ext cx="9144000" cy="287016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88485"/>
            <a:ext cx="9144000" cy="226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0188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232510"/>
            <a:ext cx="9144000" cy="414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64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01422"/>
            <a:ext cx="9144000" cy="453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280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90689"/>
            <a:ext cx="9144000" cy="385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43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6954"/>
            <a:ext cx="9144000" cy="44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7791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2756"/>
            <a:ext cx="9144000" cy="316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126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85232"/>
            <a:ext cx="9144000" cy="328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208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3204"/>
            <a:ext cx="9144000" cy="471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19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5516"/>
            <a:ext cx="9144000" cy="454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256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0576"/>
            <a:ext cx="9144000" cy="328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5228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8237"/>
            <a:ext cx="9144000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4281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4834"/>
            <a:ext cx="9144000" cy="47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459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44424"/>
            <a:ext cx="9144000" cy="499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31180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4630"/>
            <a:ext cx="9144000" cy="480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708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2999"/>
            <a:ext cx="9144000" cy="488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640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9597"/>
            <a:ext cx="9144000" cy="473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4384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70959"/>
            <a:ext cx="914400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1394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8031"/>
            <a:ext cx="9144000" cy="467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3937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1227"/>
            <a:ext cx="9144000" cy="38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564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56670"/>
            <a:ext cx="9144000" cy="4841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1176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90576"/>
            <a:ext cx="9144000" cy="301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055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90689"/>
            <a:ext cx="9144000" cy="40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6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4153"/>
            <a:ext cx="9144000" cy="471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1375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57350"/>
            <a:ext cx="9144000" cy="271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86928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6196"/>
            <a:ext cx="9144000" cy="480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2460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3474"/>
            <a:ext cx="9144000" cy="509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59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67556"/>
            <a:ext cx="9144000" cy="46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4182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785925"/>
            <a:ext cx="9144000" cy="379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4845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250826"/>
            <a:ext cx="9144000" cy="316154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72564"/>
            <a:ext cx="9144000" cy="289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1604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2386" y="0"/>
            <a:ext cx="7486649" cy="235544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86" y="2347608"/>
            <a:ext cx="7532914" cy="451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971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7780" y="0"/>
            <a:ext cx="8327570" cy="25968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80" y="2664962"/>
            <a:ext cx="8327570" cy="419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622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0"/>
            <a:ext cx="7771679" cy="463607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86" y="4751729"/>
            <a:ext cx="8817429" cy="210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960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1027907"/>
            <a:ext cx="9144000" cy="424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746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5103"/>
            <a:ext cx="9144000" cy="359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043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276</TotalTime>
  <Words>237</Words>
  <PresentationFormat>Экран (4:3)</PresentationFormat>
  <Paragraphs>61</Paragraphs>
  <Slides>83</Slides>
  <Notes>36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83</vt:i4>
      </vt:variant>
    </vt:vector>
  </HeadingPairs>
  <TitlesOfParts>
    <vt:vector size="90" baseType="lpstr">
      <vt:lpstr>微软雅黑</vt:lpstr>
      <vt:lpstr>Arial</vt:lpstr>
      <vt:lpstr>Calibri</vt:lpstr>
      <vt:lpstr>Calibri Light</vt:lpstr>
      <vt:lpstr>Huawei Sans</vt:lpstr>
      <vt:lpstr>方正兰亭黑简体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2022-04-25T15:02:49Z</dcterms:created>
  <dcterms:modified xsi:type="dcterms:W3CDTF">2024-01-20T11:11:19Z</dcterms:modified>
</cp:coreProperties>
</file>