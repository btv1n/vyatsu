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76993" autoAdjust="0"/>
  </p:normalViewPr>
  <p:slideViewPr>
    <p:cSldViewPr snapToGrid="0">
      <p:cViewPr varScale="1">
        <p:scale>
          <a:sx n="89" d="100"/>
          <a:sy n="89" d="100"/>
        </p:scale>
        <p:origin x="199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811A33-152F-48C2-915F-B615E08185F6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DEEDB1-2368-4000-AC9A-BF6B0BACCD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4091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1748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055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1337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6506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5428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832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50308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51658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03173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77069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8139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20439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1288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74902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2245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14976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96622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96198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00590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63397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9617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30845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32586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95934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36443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9245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24935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88832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39028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05089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83785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55659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68108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49229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87732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42801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63010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012919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6454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01153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400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330724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42629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476961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195237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60114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16558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1.Ответ:</a:t>
            </a:r>
          </a:p>
          <a:p>
            <a:r>
              <a:rPr lang="ru-RU" dirty="0" smtClean="0"/>
              <a:t>▫Преимущества сети с подключением </a:t>
            </a:r>
            <a:r>
              <a:rPr lang="ru-RU" dirty="0" err="1" smtClean="0"/>
              <a:t>In-Path</a:t>
            </a:r>
            <a:r>
              <a:rPr lang="ru-RU" dirty="0" smtClean="0"/>
              <a:t>: в сети с подключением </a:t>
            </a:r>
            <a:r>
              <a:rPr lang="ru-RU" dirty="0" err="1" smtClean="0"/>
              <a:t>In-Path</a:t>
            </a:r>
            <a:r>
              <a:rPr lang="ru-RU" dirty="0" smtClean="0"/>
              <a:t>, как правило, используется прямая передача. Этот сетевой режим упрощает архитектуру сети и подходит для крупномасштабных сетей WLAN с централизованным управлением.</a:t>
            </a:r>
          </a:p>
          <a:p>
            <a:r>
              <a:rPr lang="ru-RU" dirty="0" smtClean="0"/>
              <a:t>▫Преимущества сети с подключением </a:t>
            </a:r>
            <a:r>
              <a:rPr lang="ru-RU" dirty="0" err="1" smtClean="0"/>
              <a:t>Off-Path</a:t>
            </a:r>
            <a:r>
              <a:rPr lang="ru-RU" dirty="0" smtClean="0"/>
              <a:t>: сеть с подключением </a:t>
            </a:r>
            <a:r>
              <a:rPr lang="ru-RU" dirty="0" err="1" smtClean="0"/>
              <a:t>Off-Pathявляется</a:t>
            </a:r>
            <a:r>
              <a:rPr lang="ru-RU" dirty="0" smtClean="0"/>
              <a:t> наиболее распространенной. Сервисным данным пользователей беспроводной связи не требуется обработка в контроллере доступа, что решает проблему нехватки пропускной способности и упрощает использование существующих политик безопасности. Поэтому рекомендуется использовать этот режим при организации сети.</a:t>
            </a:r>
          </a:p>
          <a:p>
            <a:r>
              <a:rPr lang="ru-RU" dirty="0" smtClean="0"/>
              <a:t>2.ABD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EEDB1-2368-4000-AC9A-BF6B0BACCD64}" type="slidenum">
              <a:rPr lang="ru-RU" smtClean="0"/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6511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CAE5-4FCE-4EBF-91C5-FA4A376017EF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50402-0877-41BD-99E8-8D12B554BF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6361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CAE5-4FCE-4EBF-91C5-FA4A376017EF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50402-0877-41BD-99E8-8D12B554BF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8201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CAE5-4FCE-4EBF-91C5-FA4A376017EF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50402-0877-41BD-99E8-8D12B554BF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7176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CAE5-4FCE-4EBF-91C5-FA4A376017EF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50402-0877-41BD-99E8-8D12B554BF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7207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CAE5-4FCE-4EBF-91C5-FA4A376017EF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50402-0877-41BD-99E8-8D12B554BF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4424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CAE5-4FCE-4EBF-91C5-FA4A376017EF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50402-0877-41BD-99E8-8D12B554BF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5982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CAE5-4FCE-4EBF-91C5-FA4A376017EF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50402-0877-41BD-99E8-8D12B554BF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3583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CAE5-4FCE-4EBF-91C5-FA4A376017EF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50402-0877-41BD-99E8-8D12B554BF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655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CAE5-4FCE-4EBF-91C5-FA4A376017EF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50402-0877-41BD-99E8-8D12B554BF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5214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CAE5-4FCE-4EBF-91C5-FA4A376017EF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50402-0877-41BD-99E8-8D12B554BF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227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CAE5-4FCE-4EBF-91C5-FA4A376017EF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50402-0877-41BD-99E8-8D12B554BF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7867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7CAE5-4FCE-4EBF-91C5-FA4A376017EF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50402-0877-41BD-99E8-8D12B554BF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5589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4511"/>
            <a:ext cx="9144000" cy="391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541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07773"/>
            <a:ext cx="9144000" cy="453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344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9356"/>
            <a:ext cx="9144000" cy="409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421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23107"/>
            <a:ext cx="9144000" cy="470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326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5968"/>
            <a:ext cx="9144000" cy="493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013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7136"/>
            <a:ext cx="9144000" cy="492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961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5860"/>
            <a:ext cx="9144000" cy="479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088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0040"/>
            <a:ext cx="9144000" cy="426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749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92956"/>
            <a:ext cx="9144000" cy="492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621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0785"/>
            <a:ext cx="9144000" cy="489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416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7395"/>
            <a:ext cx="9144000" cy="450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857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9090"/>
            <a:ext cx="9144000" cy="491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076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6289"/>
            <a:ext cx="9144000" cy="473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58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3907"/>
            <a:ext cx="9144000" cy="492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694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0731"/>
            <a:ext cx="9144000" cy="490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255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0785"/>
            <a:ext cx="9144000" cy="489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382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4327"/>
            <a:ext cx="9144000" cy="493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368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9354"/>
            <a:ext cx="9144000" cy="4794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998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6289"/>
            <a:ext cx="9144000" cy="484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537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93223"/>
            <a:ext cx="9144000" cy="456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3449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9355"/>
            <a:ext cx="9144000" cy="488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884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9356"/>
            <a:ext cx="9144000" cy="482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5188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3907"/>
            <a:ext cx="9144000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1746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0040"/>
            <a:ext cx="9144000" cy="480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5632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9355"/>
            <a:ext cx="9144000" cy="490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0145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3798"/>
            <a:ext cx="9144000" cy="484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479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6289"/>
            <a:ext cx="9144000" cy="488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0481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5493"/>
            <a:ext cx="9144000" cy="483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9943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5493"/>
            <a:ext cx="9144000" cy="484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1123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93221"/>
            <a:ext cx="9144000" cy="484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13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2423"/>
            <a:ext cx="9144000" cy="482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8933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8559"/>
            <a:ext cx="9144000" cy="482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2662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97719"/>
            <a:ext cx="9144000" cy="4913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04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3431"/>
            <a:ext cx="9144000" cy="496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6746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5860"/>
            <a:ext cx="9144000" cy="475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2926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80786"/>
            <a:ext cx="9144000" cy="492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9206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3430"/>
            <a:ext cx="9144000" cy="497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4757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6289"/>
            <a:ext cx="9144000" cy="493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9745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1261"/>
            <a:ext cx="9144000" cy="494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532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8140"/>
            <a:ext cx="9144000" cy="488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4998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802482"/>
            <a:ext cx="9144000" cy="492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9655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0040"/>
            <a:ext cx="9144000" cy="493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4956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5548"/>
            <a:ext cx="9144000" cy="49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73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6289"/>
            <a:ext cx="9144000" cy="486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3238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0786"/>
            <a:ext cx="9144000" cy="4913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4221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93222"/>
            <a:ext cx="9144000" cy="486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0662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6024"/>
            <a:ext cx="9144000" cy="492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8456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3907"/>
            <a:ext cx="9144000" cy="4486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084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3431"/>
            <a:ext cx="9144000" cy="498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4769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0785"/>
            <a:ext cx="9144000" cy="495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3082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6289"/>
            <a:ext cx="9144000" cy="436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1807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6289"/>
            <a:ext cx="9144000" cy="405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4311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1736"/>
            <a:ext cx="9144000" cy="454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3555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5862"/>
            <a:ext cx="9144000" cy="348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8131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6289"/>
            <a:ext cx="9144000" cy="442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2200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8559"/>
            <a:ext cx="9144000" cy="402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1519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3852"/>
            <a:ext cx="9144000" cy="4992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0678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1261"/>
            <a:ext cx="9144000" cy="492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2397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9356"/>
            <a:ext cx="9144000" cy="496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5159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1681"/>
            <a:ext cx="9144000" cy="49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5842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2793"/>
            <a:ext cx="9144000" cy="471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609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6289"/>
            <a:ext cx="9144000" cy="488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15434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93222"/>
            <a:ext cx="9144000" cy="488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1780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93222"/>
            <a:ext cx="9144000" cy="460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1737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6972"/>
            <a:ext cx="9144000" cy="414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60051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6974"/>
            <a:ext cx="9144000" cy="497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27111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7081"/>
            <a:ext cx="9144000" cy="469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4434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5547"/>
            <a:ext cx="9144000" cy="410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8300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02481"/>
            <a:ext cx="9144000" cy="411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76607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485</TotalTime>
  <Words>135</Words>
  <PresentationFormat>Экран (4:3)</PresentationFormat>
  <Paragraphs>52</Paragraphs>
  <Slides>69</Slides>
  <Notes>48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69</vt:i4>
      </vt:variant>
    </vt:vector>
  </HeadingPairs>
  <TitlesOfParts>
    <vt:vector size="73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2023-12-12T17:17:42Z</dcterms:created>
  <dcterms:modified xsi:type="dcterms:W3CDTF">2024-01-20T11:17:09Z</dcterms:modified>
</cp:coreProperties>
</file>