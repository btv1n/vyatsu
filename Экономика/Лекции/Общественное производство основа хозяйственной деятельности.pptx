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Tomorrow" panose="020B0604020202020204" charset="0"/>
      <p:regular r:id="rId16"/>
    </p:embeddedFont>
    <p:embeddedFont>
      <p:font typeface="Tomorrow Semi Bold" panose="020B0604020202020204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13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39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01297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Общественное производство: основа хозяйственной деятельности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7657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Общественное производство является фундаментом хозяйственной деятельности. Прежде чем заниматься наукой, искусством, политикой и любовью, люди должны иметь минимум средств к жизни: крышу над головой, одежду, пищу и т.д.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B5FD116-3F57-496F-9107-5428B64EA7D5}"/>
              </a:ext>
            </a:extLst>
          </p:cNvPr>
          <p:cNvSpPr/>
          <p:nvPr/>
        </p:nvSpPr>
        <p:spPr>
          <a:xfrm>
            <a:off x="12801600" y="7656723"/>
            <a:ext cx="1828800" cy="572877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115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Системное исследование общественных отношений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256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Роль производства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06835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Чтобы системно исследовать общественные отношения, необходимо рассмотреть общественное производство, как источник всякого благополучия. Именно в процессе производства создаются жизненные блага, определяя его ключевую роль в жизни общества.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625691"/>
            <a:ext cx="31976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Функция производства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206835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Основная функция производства заключается в удовлетворении возрастающих потребностей человека. Производство характеризуется способом производства, представляющим противоречивое единство производительных сил и производственных отношений.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EF6B95-03CE-4838-A748-CFC09B135B94}"/>
              </a:ext>
            </a:extLst>
          </p:cNvPr>
          <p:cNvSpPr/>
          <p:nvPr/>
        </p:nvSpPr>
        <p:spPr>
          <a:xfrm>
            <a:off x="12801600" y="7656723"/>
            <a:ext cx="1828800" cy="572877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Производительные силы: факторы производства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Производительные силы – это личные и вещественные факторы общественного производства в своей совокупности и взаимодействии. Это включает в себя людей, их знания, навыки, а также инструменты, оборудование, технологии и природные ресурсы.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Взаимодействие в процессе производства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Производство, ведущееся индивидом, оторванным от общества, невозможно. Люди производят жизненные блага не в одиночку, а взаимодействуя друг с другом. Таким образом, они вступают в некоторые отношения друг с другом.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CD1B19B-8A0A-4F33-BE81-256040748FD5}"/>
              </a:ext>
            </a:extLst>
          </p:cNvPr>
          <p:cNvSpPr/>
          <p:nvPr/>
        </p:nvSpPr>
        <p:spPr>
          <a:xfrm>
            <a:off x="12801600" y="7656723"/>
            <a:ext cx="1828800" cy="572877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9284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Производственные отношения: отношения между людьми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59342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Производственные отношения – это совокупность отношений между людьми, складывающиеся в процессе общественного производства, распределения, обмена и потребления (материальных) благ и услуг. Они определяют, как люди взаимодействуют в процессе создания, распределения и потребления товаров и услуг.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644985"/>
            <a:ext cx="130198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Ключевая роль производственных отношений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6939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Производственные отношения являются главными, определяющими во всей системе общественных отношений. Они влияют на структуру общества, распределение богатства и власти, а также на развитие технологий и культуры.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07B51B7-74CF-44DD-A86D-56CFDF53E191}"/>
              </a:ext>
            </a:extLst>
          </p:cNvPr>
          <p:cNvSpPr/>
          <p:nvPr/>
        </p:nvSpPr>
        <p:spPr>
          <a:xfrm>
            <a:off x="12801600" y="7656723"/>
            <a:ext cx="1828800" cy="572877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56830" y="1765935"/>
            <a:ext cx="102399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Типы производственных отношений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2256830" y="30700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5" name="Text 2"/>
          <p:cNvSpPr/>
          <p:nvPr/>
        </p:nvSpPr>
        <p:spPr>
          <a:xfrm>
            <a:off x="2434590" y="3155037"/>
            <a:ext cx="15478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2993946" y="3070027"/>
            <a:ext cx="46629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Организационно-экономические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993946" y="3560445"/>
            <a:ext cx="493942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Эти отношения показывают степень развития и организации производительных сил, комбинацию их элементов безотносительно общественной формы производства: разделение труда, специализация, и т.д.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160187" y="30700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9" name="Text 6"/>
          <p:cNvSpPr/>
          <p:nvPr/>
        </p:nvSpPr>
        <p:spPr>
          <a:xfrm>
            <a:off x="8301038" y="3155037"/>
            <a:ext cx="22860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8897303" y="3070027"/>
            <a:ext cx="38215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Социально-экономические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897303" y="3560445"/>
            <a:ext cx="4939427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Эти отношения характеризуют общественную форму производства. Их основу составляют отношения собственности на средства производства, которые характеризуют способ соединения личных и вещественных факторов производства и определяют отношения обмена и потребления.</a:t>
            </a:r>
            <a:endParaRPr lang="en-US" sz="17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857D06E-B73C-43F0-B97D-D8E445DCBB08}"/>
              </a:ext>
            </a:extLst>
          </p:cNvPr>
          <p:cNvSpPr/>
          <p:nvPr/>
        </p:nvSpPr>
        <p:spPr>
          <a:xfrm>
            <a:off x="12801600" y="7656723"/>
            <a:ext cx="1828800" cy="572877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Развитие производительных сил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Развитие производительных сил является движущей силой прогресса. Новые технологии, знания и навыки позволяют производить больше товаров и услуг с меньшими затратами, что приводит к повышению уровня жизни и благосостояния общества.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016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Заключение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50563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Понимание общественного производства и его ключевых элементов, таких как производительные силы и производственные отношения, является необходимым для анализа и понимания функционирования общества. Эти отношения лежат в основе всех других социальных процессов и определяют развитие общества в целом.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432</Words>
  <Application>Microsoft Office PowerPoint</Application>
  <PresentationFormat>Произвольный</PresentationFormat>
  <Paragraphs>35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Tomorrow Semi Bold</vt:lpstr>
      <vt:lpstr>Tomorrow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Anny Lutoshkina</cp:lastModifiedBy>
  <cp:revision>2</cp:revision>
  <dcterms:created xsi:type="dcterms:W3CDTF">2025-02-04T18:21:36Z</dcterms:created>
  <dcterms:modified xsi:type="dcterms:W3CDTF">2025-02-04T20:03:53Z</dcterms:modified>
</cp:coreProperties>
</file>