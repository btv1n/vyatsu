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orben" panose="020B0604020202020204" charset="0"/>
      <p:regular r:id="rId15"/>
    </p:embeddedFont>
    <p:embeddedFont>
      <p:font typeface="Nobile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66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83073"/>
            <a:ext cx="6398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Факторы производства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3201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Производство - это процесс создания товаров и услуг. Оно является основой экономики любой страны и напрямую связано с удовлетворением потребностей общества. Чтобы начать производство, необходимы ресурсы. Эти ресурсы называются факторами производства.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0103F4C-AB57-4C12-80A0-6A40359C117D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09776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Классификация факторов производства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Природные ресурсы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ресурсы, предоставленные природой: земля, вода, воздух, полезные ископаемые.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Трудовые ресурсы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население в трудоспособном возрасте, способное участвовать в производстве.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ADACB2E-4B78-4EC5-BEA0-CBE2104B3182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09776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Классификация факторов производства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289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Материальные ресурсы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созданные человеком средства производства: здания, оборудование, инструменты, транспорт.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9559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Финансовые ресурсы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денежные средства, которые используются для финансирования производства.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D11FABE-60FA-4AC2-98F2-B2ECA4BA6B6A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09776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Классификация факторов производства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7579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Информационные ресурсы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информация, знания, технологии, которые используются в производстве.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4254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Предпринимательский фактор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Это способность организовывать производство, принимать решения, рисковать.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7B1D14-572D-44DB-BCC1-B28D7D3F5A04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3396" y="869037"/>
            <a:ext cx="7690009" cy="1947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Западная экономическая теория: факторы производства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13396" y="3361611"/>
            <a:ext cx="467320" cy="467320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1038" y="3439478"/>
            <a:ext cx="92035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888361" y="3361611"/>
            <a:ext cx="259675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Земля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88361" y="3810714"/>
            <a:ext cx="3066217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Естественный фактор, который не является результатом человеческой деятельности.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2223" y="3361611"/>
            <a:ext cx="467320" cy="467320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14623" y="3439478"/>
            <a:ext cx="16252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10837188" y="3361611"/>
            <a:ext cx="259675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Труд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837188" y="3810714"/>
            <a:ext cx="3066217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Любая интеллектуальная и физическая деятельность человека, направленная на производство благ.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13396" y="5581650"/>
            <a:ext cx="467320" cy="467320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9604" y="5659517"/>
            <a:ext cx="174903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6888361" y="5581650"/>
            <a:ext cx="259675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Капитал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88361" y="6030754"/>
            <a:ext cx="3066217" cy="1329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Материальные блага, которые используются для производства других благ и услуг.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162223" y="5581650"/>
            <a:ext cx="467320" cy="467320"/>
          </a:xfrm>
          <a:prstGeom prst="roundRect">
            <a:avLst>
              <a:gd name="adj" fmla="val 186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16647" y="5659517"/>
            <a:ext cx="158353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10837188" y="5581650"/>
            <a:ext cx="2912626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Предпринимательство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0837188" y="6030754"/>
            <a:ext cx="3066217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Организация производства, принятие решений, риск и инновации.</a:t>
            </a:r>
            <a:endParaRPr lang="en-US" sz="16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451777A-9668-4089-A4E2-D1A1C10B09B5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299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Отечественная экономическая теория: факторы производства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549491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783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Предметы труда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274344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Сырье, материалы, полуфабрикаты.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549491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3783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Средства труда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4274344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Машины, оборудование, здания, транспорт.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1397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695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Рабочая сила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86249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Способность человека к физическому и интеллектуальному труду.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0894" y="1045250"/>
            <a:ext cx="7715012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Влияние факторов производства на экономику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894" y="2627233"/>
            <a:ext cx="510302" cy="510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0894" y="3341608"/>
            <a:ext cx="25838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Экономический рост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200894" y="3782854"/>
            <a:ext cx="3704392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Увеличение количества и качества производимых товаров и услуг.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395" y="2627233"/>
            <a:ext cx="510302" cy="5103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11395" y="3341608"/>
            <a:ext cx="265628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Производительность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0211395" y="3782854"/>
            <a:ext cx="370451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Эффективность использования ресурсов.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894" y="5048607"/>
            <a:ext cx="510302" cy="5103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0894" y="576298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Инновации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200894" y="6204228"/>
            <a:ext cx="3704392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Новые технологии и идеи, которые повышают эффективность производства.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395" y="5048607"/>
            <a:ext cx="510302" cy="5103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11395" y="576298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Благосостояние</a:t>
            </a:r>
            <a:endParaRPr lang="en-US" sz="2000" dirty="0"/>
          </a:p>
        </p:txBody>
      </p:sp>
      <p:sp>
        <p:nvSpPr>
          <p:cNvPr id="15" name="Text 8"/>
          <p:cNvSpPr/>
          <p:nvPr/>
        </p:nvSpPr>
        <p:spPr>
          <a:xfrm>
            <a:off x="10211395" y="6204228"/>
            <a:ext cx="370451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Уровень жизни населения.</a:t>
            </a:r>
            <a:endParaRPr lang="en-US" sz="16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1FC6288-07A3-4C6B-B007-221E8C08F6BC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830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3201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Факторы производства являются основой для производства товаров и услуг, и их эффективность напрямую влияет на экономику страны. Понимание роли факторов производства важно для экономистов, предпринимателей и всех, кто интересуется экономикой.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7C2A29-7833-45AE-A5DD-F22CB2AA7188}"/>
              </a:ext>
            </a:extLst>
          </p:cNvPr>
          <p:cNvSpPr/>
          <p:nvPr/>
        </p:nvSpPr>
        <p:spPr>
          <a:xfrm>
            <a:off x="12678371" y="7766892"/>
            <a:ext cx="1952029" cy="462708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304</Words>
  <Application>Microsoft Office PowerPoint</Application>
  <PresentationFormat>Произвольный</PresentationFormat>
  <Paragraphs>56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Nobile</vt:lpstr>
      <vt:lpstr>Calibri</vt:lpstr>
      <vt:lpstr>Corben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2025-02-04T18:24:28Z</dcterms:created>
  <dcterms:modified xsi:type="dcterms:W3CDTF">2025-02-04T20:04:45Z</dcterms:modified>
</cp:coreProperties>
</file>