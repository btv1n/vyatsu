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Nunito Semi Bold" panose="020B0604020202020204" charset="-52"/>
      <p:regular r:id="rId17"/>
    </p:embeddedFont>
    <p:embeddedFont>
      <p:font typeface="PT Sans" panose="020B0604020202020204" charset="-52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68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651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Экономика: Наука о Выборе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3219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Экономика – это особая сфера общественной жизни, где формируется потенциал общества, производятся блага для удовлетворения потребностей людей. Она изучает, как люди взаимодействуют, чтобы удовлетворить свои потребности в условиях ограниченных ресурсов.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94215"/>
            <a:ext cx="12472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Предмет Экономики: Человеческое Общество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Объект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18778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Объектом изучения экономики является человеческое общество, совокупность людей, объединенных экономическими отношениями.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5965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Предмет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187785"/>
            <a:ext cx="618553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Предмет экономики – это поведение субъектов в процессе выбора способов оптимального использования ограниченных ресурсов для удовлетворения растущих потребностей.</a:t>
            </a:r>
            <a:endParaRPr lang="en-US" sz="18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B48DBD-FE0A-4694-B5E1-15D93DB313ED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3034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Потребности и Деятельность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866549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2002" y="2966799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01959" y="2866549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Физические Потребности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01959" y="3714036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Люди должны есть, пить, одеваться, иметь жилье и т.д. для физического воспроизводства.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2866549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45936" y="2966799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55893" y="2866549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Социальные Потребности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55893" y="3714036"/>
            <a:ext cx="283678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Возникают потребности, связанные с положением человека в обществе: организация, культура, политика.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613767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002" y="6237923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01959" y="6137672"/>
            <a:ext cx="40508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Экономическая Деятельность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01959" y="6633210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Удовлетворение потребностей побуждает к деятельности: труд, производство благ и услуг.</a:t>
            </a:r>
            <a:endParaRPr lang="en-US" sz="18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6C55FE4-E89E-452A-96B1-DFC59EB659A7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646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Экономические Отношения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331607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результате трудовой деятельности возникают экономические процессы и явления, которые развиваются, усложняются, превращаются в сложные экономические системы. Экономика призвана отражать эти процессы.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13290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Предметом экономики являются экономические отношения, которые многоуровневы. Наиболее глубинные уровни экономических отношений выступают как не зависящие от воли и сознания людей. Это, прежде всего материальные производственные отношения.</a:t>
            </a: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C0DDA2-61B0-4657-A9F1-3D6EAC2B2970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9957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Проблема Выбора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362563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экономике люди сталкиваются с проблемой выбора способов удовлетворения своих потребностей с помощью имеющихся ресурсов, которые могут быть ограничены.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78083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Потребности всегда возрастают быстрее производственных возможностей, хотя в процессе развития общества увеличиваются и те, и другие.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3907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Закон Возвышения Потребностей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906083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Устойчивая зависимость, отражающая расширение круга потребностей и их качественное совершенствование, получила название закона возвышения потребностей.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32435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Цель всякой экономической деятельности – удовлетворение потребностей.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91145"/>
            <a:ext cx="70846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Ограниченность Ресурсов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54135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Дефицитность ресурсов обуславливает ограниченность выпуска конечного продукта. Общество не может потреблять столько, сколько оно хочет, и постоянно сталкивается с выбором – какое количество и какого продукта производить.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35543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E4032D-5418-4837-BFE0-54AED01ABB70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5605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Оптимальное Использование Ресурсов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23059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Таким образом, предмет экономики – поведение субъектов в процессе выбора способов оптимального использования ограниченных ресурсов с целью удовлетворения растущих потребностей индивида и общества.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32435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Экономика изучает, как люди принимают решения в условиях ограниченности ресурсов, чтобы максимизировать свою выгоду и удовлетворить свои потребности.</a:t>
            </a: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4F6060-E83D-4C1D-9B12-38F12EFB53AF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87128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Экономика: Искусство Ведения Домашнего Хозяйства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25815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Слово «экономика» образовано от греческого «oikonomikѐ», что означает «искусство ведения домашнего хозяйства».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293400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Экономика – это наука о том, как люди управляют своими ресурсами, чтобы удовлетворить свои потребности, как в масштабах семьи, так и в масштабах общества.</a:t>
            </a: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F14450-BC90-43AF-B22B-E5F7B4AF501F}"/>
              </a:ext>
            </a:extLst>
          </p:cNvPr>
          <p:cNvSpPr/>
          <p:nvPr/>
        </p:nvSpPr>
        <p:spPr>
          <a:xfrm>
            <a:off x="12713466" y="7678757"/>
            <a:ext cx="1916934" cy="550843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9957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Ключевые Выводы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36256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Экономика – это наука о том, как люди делают выбор в условиях ограниченности ресурсов. Она изучает поведение субъектов, их потребности, ресурсы, и как они взаимодействуют, чтобы удовлетворить свои потребности.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16386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Понимание основ экономики важно для каждого человека, чтобы принимать осознанные решения в своей жизни и в обществе.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475</Words>
  <Application>Microsoft Office PowerPoint</Application>
  <PresentationFormat>Произвольный</PresentationFormat>
  <Paragraphs>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PT Sans</vt:lpstr>
      <vt:lpstr>Calibri</vt:lpstr>
      <vt:lpstr>Nunito Semi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2025-02-04T16:59:46Z</dcterms:created>
  <dcterms:modified xsi:type="dcterms:W3CDTF">2025-02-04T20:01:45Z</dcterms:modified>
</cp:coreProperties>
</file>